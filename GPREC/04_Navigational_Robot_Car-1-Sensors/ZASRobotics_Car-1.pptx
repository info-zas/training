
<file path=[Content_Types].xml><?xml version="1.0" encoding="utf-8"?>
<Types xmlns="http://schemas.openxmlformats.org/package/2006/content-types">
  <Default Extension="wmf" ContentType="image/x-wmf"/>
  <Default Extension="png" ContentType="image/png"/>
  <Default Extension="jpeg" ContentType="image/jpeg"/>
  <Default Extension="xml" ContentType="application/xml"/>
  <Default Extension="rels" ContentType="application/vnd.openxmlformats-package.relationships+xml"/>
  <Default Extension="bin" ContentType="application/vnd.openxmlformats-officedocument.oleObject"/>
  <Override PartName="/ppt/notesSlides/notesSlide13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1.xml" ContentType="application/vnd.openxmlformats-officedocument.presentationml.notesSlide+xml"/>
  <Override PartName="/ppt/slides/slide13.xml" ContentType="application/vnd.openxmlformats-officedocument.presentationml.slide+xml"/>
  <Override PartName="/ppt/slides/slide12.xml" ContentType="application/vnd.openxmlformats-officedocument.presentationml.slide+xml"/>
  <Override PartName="/ppt/slides/slide9.xml" ContentType="application/vnd.openxmlformats-officedocument.presentationml.slide+xml"/>
  <Override PartName="/ppt/slides/slide6.xml" ContentType="application/vnd.openxmlformats-officedocument.presentationml.slide+xml"/>
  <Override PartName="/ppt/slides/slide10.xml" ContentType="application/vnd.openxmlformats-officedocument.presentationml.slide+xml"/>
  <Override PartName="/ppt/slides/slide3.xml" ContentType="application/vnd.openxmlformats-officedocument.presentationml.slide+xml"/>
  <Override PartName="/ppt/slides/slide2.xml" ContentType="application/vnd.openxmlformats-officedocument.presentationml.slide+xml"/>
  <Override PartName="/ppt/slides/slide1.xml" ContentType="application/vnd.openxmlformats-officedocument.presentationml.slide+xml"/>
  <Override PartName="/ppt/slideLayouts/slideLayout10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1.xml" ContentType="application/vnd.openxmlformats-officedocument.presentationml.notesSlide+xml"/>
  <Override PartName="/ppt/slideLayouts/slideLayout11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7.xml" ContentType="application/vnd.openxmlformats-officedocument.presentationml.slideLayout+xml"/>
  <Override PartName="/ppt/notesSlides/notesSlide7.xml" ContentType="application/vnd.openxmlformats-officedocument.presentationml.notesSlide+xml"/>
  <Override PartName="/ppt/slideLayouts/slideLayout2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theme/theme2.xml" ContentType="application/vnd.openxmlformats-officedocument.theme+xml"/>
  <Override PartName="/ppt/slideLayouts/slideLayout6.xml" ContentType="application/vnd.openxmlformats-officedocument.presentationml.slideLayout+xml"/>
  <Override PartName="/docProps/app.xml" ContentType="application/vnd.openxmlformats-officedocument.extended-properties+xml"/>
  <Override PartName="/ppt/slides/slide8.xml" ContentType="application/vnd.openxmlformats-officedocument.presentationml.slide+xml"/>
  <Override PartName="/ppt/slideLayouts/slideLayout5.xml" ContentType="application/vnd.openxmlformats-officedocument.presentationml.slideLayout+xml"/>
  <Override PartName="/docProps/core.xml" ContentType="application/vnd.openxmlformats-package.core-properties+xml"/>
  <Override PartName="/ppt/slides/slide4.xml" ContentType="application/vnd.openxmlformats-officedocument.presentationml.slide+xml"/>
  <Override PartName="/ppt/viewProps.xml" ContentType="application/vnd.openxmlformats-officedocument.presentationml.viewProps+xml"/>
  <Override PartName="/ppt/notesSlides/notesSlide8.xml" ContentType="application/vnd.openxmlformats-officedocument.presentationml.notesSlide+xml"/>
  <Override PartName="/ppt/presProps.xml" ContentType="application/vnd.openxmlformats-officedocument.presentationml.presProps+xml"/>
  <Override PartName="/ppt/slides/slide7.xml" ContentType="application/vnd.openxmlformats-officedocument.presentationml.slide+xml"/>
  <Override PartName="/ppt/slides/slide11.xml" ContentType="application/vnd.openxmlformats-officedocument.presentationml.slide+xml"/>
  <Override PartName="/ppt/slideMasters/slideMaster1.xml" ContentType="application/vnd.openxmlformats-officedocument.presentationml.slideMaster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presentation.xml" ContentType="application/vnd.openxmlformats-officedocument.presentationml.presentation.main+xml"/>
  <Override PartName="/ppt/theme/theme1.xml" ContentType="application/vnd.openxmlformats-officedocument.theme+xml"/>
</Types>
</file>

<file path=_rels/.rels><?xml version="1.0" encoding="UTF-8" standalone="yes"?><Relationships xmlns="http://schemas.openxmlformats.org/package/2006/relationships"><Relationship Id="rId3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2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aveSubsetFonts="1">
  <p:sldMasterIdLst>
    <p:sldMasterId id="2147483648" r:id="rId1"/>
  </p:sldMasterIdLst>
  <p:notesMasterIdLst>
    <p:notesMasterId r:id="rId17"/>
  </p:notesMasterIdLst>
  <p:sldIdLst>
    <p:sldId id="256" r:id="rId4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  <p:sldId id="266" r:id="rId14"/>
    <p:sldId id="267" r:id="rId15"/>
    <p:sldId id="268" r:id="rId16"/>
  </p:sldIdLst>
  <p:sldSz cx="12192000" cy="6858000"/>
  <p:notesSz cx="6858000" cy="9144000"/>
  <p:defaultTextStyle>
    <a:defPPr>
      <a:defRPr lang="en-US"/>
    </a:defPPr>
    <a:lvl1pPr marL="0" algn="l" defTabSz="914400">
      <a:defRPr sz="18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>
      <a:defRPr sz="18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>
      <a:defRPr sz="18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>
      <a:defRPr sz="18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>
      <a:defRPr sz="18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>
      <a:defRPr sz="18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>
      <a:defRPr sz="18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>
      <a:defRPr sz="18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>
      <a:defRPr sz="18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>
              <a:solidFill>
                <a:schemeClr val="lt1"/>
              </a:solidFill>
            </a:ln>
          </a:left>
          <a:right>
            <a:ln w="12700">
              <a:solidFill>
                <a:schemeClr val="lt1"/>
              </a:solidFill>
            </a:ln>
          </a:right>
          <a:top>
            <a:ln w="12700">
              <a:solidFill>
                <a:schemeClr val="lt1"/>
              </a:solidFill>
            </a:ln>
          </a:top>
          <a:bottom>
            <a:ln w="12700">
              <a:solidFill>
                <a:schemeClr val="lt1"/>
              </a:solidFill>
            </a:ln>
          </a:bottom>
          <a:insideH>
            <a:ln w="12700">
              <a:solidFill>
                <a:schemeClr val="lt1"/>
              </a:solidFill>
            </a:ln>
          </a:insideH>
          <a:insideV>
            <a:ln w="12700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  <a:fill>
          <a:solidFill>
            <a:schemeClr val="accent1">
              <a:tint val="40000"/>
            </a:schemeClr>
          </a:solidFill>
        </a:fill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seCell>
      <a:tcStyle>
        <a:tcBdr/>
      </a:tcStyle>
    </a:seCell>
    <a:swCell>
      <a:tcStyle>
        <a:tcBdr/>
      </a:tcStyle>
    </a:swCell>
    <a:firstRow>
      <a:tcTxStyle b="on">
        <a:fontRef idx="minor">
          <a:prstClr val="black"/>
        </a:fontRef>
        <a:schemeClr val="lt1"/>
      </a:tcTxStyle>
      <a:tcStyle>
        <a:tcBdr>
          <a:bottom>
            <a:ln w="38100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  <a:neCell>
      <a:tcStyle>
        <a:tcBdr/>
      </a:tcStyle>
    </a:neCell>
    <a:nwCell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slideViewPr>
    <p:cSldViewPr snapToGrid="0">
      <p:cViewPr varScale="1">
        <p:scale>
          <a:sx n="70" d="100"/>
          <a:sy n="70" d="100"/>
        </p:scale>
        <p:origin x="442" y="278"/>
      </p:cViewPr>
      <p:guideLst>
        <p:guide pos="3840"/>
        <p:guide pos="2160" orient="horz"/>
      </p:guideLst>
    </p:cSldViewPr>
  </p:slideViewPr>
  <p:gridSpacing cx="72008" cy="72008"/>
</p:viewPr>
</file>

<file path=ppt/_rels/presentation.xml.rels><?xml version="1.0" encoding="UTF-8" standalone="yes"?>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theme" Target="theme/theme2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2" Type="http://schemas.openxmlformats.org/officeDocument/2006/relationships/slide" Target="slides/slide9.xml"/><Relationship Id="rId13" Type="http://schemas.openxmlformats.org/officeDocument/2006/relationships/slide" Target="slides/slide10.xml"/><Relationship Id="rId14" Type="http://schemas.openxmlformats.org/officeDocument/2006/relationships/slide" Target="slides/slide11.xml"/><Relationship Id="rId15" Type="http://schemas.openxmlformats.org/officeDocument/2006/relationships/slide" Target="slides/slide12.xml"/><Relationship Id="rId16" Type="http://schemas.openxmlformats.org/officeDocument/2006/relationships/slide" Target="slides/slide13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 /><Relationship Id="rId19" Type="http://schemas.openxmlformats.org/officeDocument/2006/relationships/tableStyles" Target="tableStyles.xml" /><Relationship Id="rId20" Type="http://schemas.openxmlformats.org/officeDocument/2006/relationships/viewProps" Target="viewProps.xml" /></Relationships>
</file>

<file path=ppt/notesMasters/_rels/notesMaster1.xml.rels><?xml version="1.0" encoding="UTF-8" standalone="yes"?>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 name=""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760397" name="Header Placeholder 1"/>
          <p:cNvSpPr>
            <a:spLocks noGrp="1"/>
          </p:cNvSpPr>
          <p:nvPr>
            <p:ph type="hdr" sz="quarter"/>
          </p:nvPr>
        </p:nvSpPr>
        <p:spPr bwMode="auto"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/>
            </a:lvl1pPr>
          </a:lstStyle>
          <a:p>
            <a:pPr>
              <a:defRPr/>
            </a:pPr>
            <a:endParaRPr/>
          </a:p>
        </p:txBody>
      </p:sp>
      <p:sp>
        <p:nvSpPr>
          <p:cNvPr id="1902289844" name="Date Placeholder 2"/>
          <p:cNvSpPr>
            <a:spLocks noGrp="1"/>
          </p:cNvSpPr>
          <p:nvPr>
            <p:ph type="dt" idx="2"/>
          </p:nvPr>
        </p:nvSpPr>
        <p:spPr bwMode="auto"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/>
            </a:lvl1pPr>
          </a:lstStyle>
          <a:p>
            <a:pPr>
              <a:defRPr/>
            </a:pPr>
            <a:endParaRPr/>
          </a:p>
        </p:txBody>
      </p:sp>
      <p:sp>
        <p:nvSpPr>
          <p:cNvPr id="906325965" name="Date Placeholder 2"/>
          <p:cNvSpPr>
            <a:spLocks noGrp="1"/>
          </p:cNvSpPr>
          <p:nvPr>
            <p:ph type="dt" idx="3"/>
          </p:nvPr>
        </p:nvSpPr>
        <p:spPr bwMode="auto"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/>
            </a:lvl1pPr>
          </a:lstStyle>
          <a:p>
            <a:pPr>
              <a:defRPr/>
            </a:pPr>
            <a:endParaRPr/>
          </a:p>
        </p:txBody>
      </p:sp>
      <p:sp>
        <p:nvSpPr>
          <p:cNvPr id="1063974890" name="Notes Placeholder 4"/>
          <p:cNvSpPr>
            <a:spLocks noGrp="1"/>
          </p:cNvSpPr>
          <p:nvPr>
            <p:ph type="body" sz="quarter" idx="1"/>
          </p:nvPr>
        </p:nvSpPr>
        <p:spPr bwMode="auto"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 anchor="ctr"/>
          <a:lstStyle/>
          <a:p>
            <a:pPr>
              <a:defRPr/>
            </a:pPr>
            <a:endParaRPr/>
          </a:p>
        </p:txBody>
      </p:sp>
      <p:sp>
        <p:nvSpPr>
          <p:cNvPr id="1124742018" name="Footer Placeholder 5"/>
          <p:cNvSpPr>
            <a:spLocks noGrp="1"/>
          </p:cNvSpPr>
          <p:nvPr>
            <p:ph type="ftr" sz="quarter" idx="4"/>
          </p:nvPr>
        </p:nvSpPr>
        <p:spPr bwMode="auto"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>
              <a:defRPr/>
            </a:pPr>
            <a:endParaRPr/>
          </a:p>
        </p:txBody>
      </p:sp>
      <p:sp>
        <p:nvSpPr>
          <p:cNvPr id="1894723552" name="Slide Number Placeholder 6"/>
          <p:cNvSpPr>
            <a:spLocks noGrp="1"/>
          </p:cNvSpPr>
          <p:nvPr>
            <p:ph type="sldNum" sz="quarter" idx="10"/>
          </p:nvPr>
        </p:nvSpPr>
        <p:spPr bwMode="auto"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>
              <a:defRPr/>
            </a:pPr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>
      <a:defRPr sz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>
      <a:defRPr sz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>
      <a:defRPr sz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>
      <a:defRPr sz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>
      <a:defRPr sz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>
      <a:defRPr sz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>
      <a:defRPr sz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>
      <a:defRPr sz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>
      <a:defRPr sz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 ?>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 ?>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 ?>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 ?>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 ?>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 ?>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 ?>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 ?>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 ?>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 ?>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 ?>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 ?>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 ?>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60522085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51711087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8667270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236E65F0-3DD2-D815-294B-8E71C04DBEF5}" type="slidenum">
              <a:rPr/>
              <a:t/>
            </a:fld>
            <a:endParaRPr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2305964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76146347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3926507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29FD46E4-0058-8968-16D4-4C62A875C58B}" type="slidenum">
              <a:rPr/>
              <a:t/>
            </a:fld>
            <a:endParaRPr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06304241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210930602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4358825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240592D0-080F-A99C-BD1E-3D8029FBF750}" type="slidenum">
              <a:rPr/>
              <a:t/>
            </a:fld>
            <a:endParaRPr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6352756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26471892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1935307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C0EFFA8F-62AE-87A1-1C9A-B2758EA6294C}" type="slidenum">
              <a:rPr/>
              <a:t/>
            </a:fld>
            <a:endParaRPr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70158395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64847282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4129164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C9D377EF-AB0E-4E04-502A-8773159447B2}" type="slidenum">
              <a:rPr/>
              <a:t/>
            </a:fld>
            <a:endParaRPr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5482432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204042505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4468044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334F3FFF-3806-8A78-7E02-EA47687E218A}" type="slidenum">
              <a:rPr/>
              <a:t/>
            </a:fld>
            <a:endParaRPr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57227498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18099237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4731998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49D21B57-ED6C-40CD-668E-86B7981507A0}" type="slidenum">
              <a:rPr/>
              <a:t/>
            </a:fld>
            <a:endParaRPr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86668056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68050892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4070314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B1523587-8C35-57C9-FE1C-372ACA702C6C}" type="slidenum">
              <a:rPr/>
              <a:t/>
            </a:fld>
            <a:endParaRPr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85578016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33126913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9266983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45506443-09A2-4C7E-0FEA-8DC0CE5C92D5}" type="slidenum">
              <a:rPr/>
              <a:t/>
            </a:fld>
            <a:endParaRPr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11070906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63976691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6731455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37C76EE8-2E5D-D15A-79EB-12BAFC0C0AFB}" type="slidenum">
              <a:rPr/>
              <a:t/>
            </a:fld>
            <a:endParaRPr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79374510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57631600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1643355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CF204FCB-4EBD-B5A3-7875-EDF2C9076ED4}" type="slidenum">
              <a:rPr/>
              <a:t/>
            </a:fld>
            <a:endParaRPr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95061804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06738926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3585006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B4C837A8-0E34-C67F-E458-1A7A0FFB92D5}" type="slidenum">
              <a:rPr/>
              <a:t/>
            </a:fld>
            <a:endParaRPr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29335816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89825080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053429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570BF6A5-E3FB-7263-6386-32C983929299}" type="slidenum">
              <a:rPr/>
              <a:t/>
            </a:fld>
            <a:endParaRPr/>
          </a:p>
        </p:txBody>
      </p:sp>
    </p:spTree>
  </p:cSld>
</p:notes>
</file>

<file path=ppt/slideLayouts/_rels/slideLayout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itle" userDrawn="1">
  <p:cSld name="Title Slide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22359584" name="Title 1"/>
          <p:cNvSpPr>
            <a:spLocks noGrp="1"/>
          </p:cNvSpPr>
          <p:nvPr>
            <p:ph type="ctrTitle"/>
          </p:nvPr>
        </p:nvSpPr>
        <p:spPr bwMode="auto"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pPr>
              <a:defRPr/>
            </a:pPr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108230841" name="Subtitle 2"/>
          <p:cNvSpPr>
            <a:spLocks noGrp="1"/>
          </p:cNvSpPr>
          <p:nvPr>
            <p:ph type="subTitle" idx="1"/>
          </p:nvPr>
        </p:nvSpPr>
        <p:spPr bwMode="auto"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>
              <a:defRPr/>
            </a:pPr>
            <a:r>
              <a:rPr lang="en-US"/>
              <a:t>Click to edit Master subtitle style</a:t>
            </a:r>
            <a:endParaRPr lang="en-GB"/>
          </a:p>
        </p:txBody>
      </p:sp>
      <p:sp>
        <p:nvSpPr>
          <p:cNvPr id="349452557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08FDF4E3-76A3-4A80-A70D-6B1FEC2BADEB}" type="datetimeFigureOut">
              <a:rPr lang="en-GB"/>
              <a:t>15/11/2025</a:t>
            </a:fld>
            <a:endParaRPr lang="en-GB"/>
          </a:p>
        </p:txBody>
      </p:sp>
      <p:sp>
        <p:nvSpPr>
          <p:cNvPr id="2098825835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GB"/>
          </a:p>
        </p:txBody>
      </p:sp>
      <p:sp>
        <p:nvSpPr>
          <p:cNvPr id="291088978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23CA24EA-A87A-4979-940E-A83EA2C27DA6}" type="slidenum">
              <a:rPr lang="en-GB"/>
              <a:t>‹#›</a:t>
            </a:fld>
            <a:endParaRPr lang="en-GB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obj" userDrawn="1">
  <p:cSld name="Title and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12417080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1859457562" name="Content Placeholder 2"/>
          <p:cNvSpPr>
            <a:spLocks noGrp="1"/>
          </p:cNvSpPr>
          <p:nvPr>
            <p:ph idx="1"/>
          </p:nvPr>
        </p:nvSpPr>
        <p:spPr bwMode="auto"/>
        <p:txBody>
          <a:bodyPr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GB"/>
          </a:p>
        </p:txBody>
      </p:sp>
      <p:sp>
        <p:nvSpPr>
          <p:cNvPr id="479673325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08FDF4E3-76A3-4A80-A70D-6B1FEC2BADEB}" type="datetimeFigureOut">
              <a:rPr lang="en-GB"/>
              <a:t>15/11/2025</a:t>
            </a:fld>
            <a:endParaRPr lang="en-GB"/>
          </a:p>
        </p:txBody>
      </p:sp>
      <p:sp>
        <p:nvSpPr>
          <p:cNvPr id="947171378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GB"/>
          </a:p>
        </p:txBody>
      </p:sp>
      <p:sp>
        <p:nvSpPr>
          <p:cNvPr id="1716274425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23CA24EA-A87A-4979-940E-A83EA2C27DA6}" type="slidenum">
              <a:rPr lang="en-GB"/>
              <a:t>‹#›</a:t>
            </a:fld>
            <a:endParaRPr lang="en-GB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secHead" userDrawn="1">
  <p:cSld name="Section Header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22245865" name="Title 1"/>
          <p:cNvSpPr>
            <a:spLocks noGrp="1"/>
          </p:cNvSpPr>
          <p:nvPr>
            <p:ph type="title"/>
          </p:nvPr>
        </p:nvSpPr>
        <p:spPr bwMode="auto"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pPr>
              <a:defRPr/>
            </a:pPr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1420448152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1511595285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08FDF4E3-76A3-4A80-A70D-6B1FEC2BADEB}" type="datetimeFigureOut">
              <a:rPr lang="en-GB"/>
              <a:t>15/11/2025</a:t>
            </a:fld>
            <a:endParaRPr lang="en-GB"/>
          </a:p>
        </p:txBody>
      </p:sp>
      <p:sp>
        <p:nvSpPr>
          <p:cNvPr id="1499619351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GB"/>
          </a:p>
        </p:txBody>
      </p:sp>
      <p:sp>
        <p:nvSpPr>
          <p:cNvPr id="382590461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23CA24EA-A87A-4979-940E-A83EA2C27DA6}" type="slidenum">
              <a:rPr lang="en-GB"/>
              <a:t>‹#›</a:t>
            </a:fld>
            <a:endParaRPr lang="en-GB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woObj" userDrawn="1">
  <p:cSld name="Two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74044688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210308808" name="Content Placeholder 2"/>
          <p:cNvSpPr>
            <a:spLocks noGrp="1"/>
          </p:cNvSpPr>
          <p:nvPr>
            <p:ph sz="half" idx="1"/>
          </p:nvPr>
        </p:nvSpPr>
        <p:spPr bwMode="auto">
          <a:xfrm>
            <a:off x="838200" y="1825625"/>
            <a:ext cx="5181600" cy="4351338"/>
          </a:xfrm>
        </p:spPr>
        <p:txBody>
          <a:bodyPr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GB"/>
          </a:p>
        </p:txBody>
      </p:sp>
      <p:sp>
        <p:nvSpPr>
          <p:cNvPr id="1021773358" name="Content Placeholder 3"/>
          <p:cNvSpPr>
            <a:spLocks noGrp="1"/>
          </p:cNvSpPr>
          <p:nvPr>
            <p:ph sz="half" idx="2"/>
          </p:nvPr>
        </p:nvSpPr>
        <p:spPr bwMode="auto">
          <a:xfrm>
            <a:off x="6172200" y="1825625"/>
            <a:ext cx="5181600" cy="4351338"/>
          </a:xfrm>
        </p:spPr>
        <p:txBody>
          <a:bodyPr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GB"/>
          </a:p>
        </p:txBody>
      </p:sp>
      <p:sp>
        <p:nvSpPr>
          <p:cNvPr id="615870824" name="Date Placeholder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08FDF4E3-76A3-4A80-A70D-6B1FEC2BADEB}" type="datetimeFigureOut">
              <a:rPr lang="en-GB"/>
              <a:t>15/11/2025</a:t>
            </a:fld>
            <a:endParaRPr lang="en-GB"/>
          </a:p>
        </p:txBody>
      </p:sp>
      <p:sp>
        <p:nvSpPr>
          <p:cNvPr id="890833657" name="Footer Placehold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GB"/>
          </a:p>
        </p:txBody>
      </p:sp>
      <p:sp>
        <p:nvSpPr>
          <p:cNvPr id="708418205" name="Slide Number Placeholder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23CA24EA-A87A-4979-940E-A83EA2C27DA6}" type="slidenum">
              <a:rPr lang="en-GB"/>
              <a:t>‹#›</a:t>
            </a:fld>
            <a:endParaRPr lang="en-GB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woTxTwoObj" userDrawn="1">
  <p:cSld name="Comparis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64630075" name="Title 1"/>
          <p:cNvSpPr>
            <a:spLocks noGrp="1"/>
          </p:cNvSpPr>
          <p:nvPr>
            <p:ph type="title"/>
          </p:nvPr>
        </p:nvSpPr>
        <p:spPr bwMode="auto">
          <a:xfrm>
            <a:off x="839788" y="365125"/>
            <a:ext cx="10515600" cy="1325563"/>
          </a:xfrm>
        </p:spPr>
        <p:txBody>
          <a:bodyPr/>
          <a:lstStyle/>
          <a:p>
            <a:pPr>
              <a:defRPr/>
            </a:pPr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536221164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639590500" name="Content Placeholder 3"/>
          <p:cNvSpPr>
            <a:spLocks noGrp="1"/>
          </p:cNvSpPr>
          <p:nvPr>
            <p:ph sz="half" idx="2"/>
          </p:nvPr>
        </p:nvSpPr>
        <p:spPr bwMode="auto">
          <a:xfrm>
            <a:off x="839788" y="2505074"/>
            <a:ext cx="5157787" cy="3684588"/>
          </a:xfrm>
        </p:spPr>
        <p:txBody>
          <a:bodyPr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GB"/>
          </a:p>
        </p:txBody>
      </p:sp>
      <p:sp>
        <p:nvSpPr>
          <p:cNvPr id="1299056512" name="Text Placeholder 4"/>
          <p:cNvSpPr>
            <a:spLocks noGrp="1"/>
          </p:cNvSpPr>
          <p:nvPr>
            <p:ph type="body" sz="quarter" idx="3"/>
          </p:nvPr>
        </p:nvSpPr>
        <p:spPr bwMode="auto"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440530557" name="Content Placeholder 5"/>
          <p:cNvSpPr>
            <a:spLocks noGrp="1"/>
          </p:cNvSpPr>
          <p:nvPr>
            <p:ph sz="quarter" idx="4"/>
          </p:nvPr>
        </p:nvSpPr>
        <p:spPr bwMode="auto">
          <a:xfrm>
            <a:off x="6172200" y="2505074"/>
            <a:ext cx="5183188" cy="3684588"/>
          </a:xfrm>
        </p:spPr>
        <p:txBody>
          <a:bodyPr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GB"/>
          </a:p>
        </p:txBody>
      </p:sp>
      <p:sp>
        <p:nvSpPr>
          <p:cNvPr id="1442062452" name="Date Placeholder 6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08FDF4E3-76A3-4A80-A70D-6B1FEC2BADEB}" type="datetimeFigureOut">
              <a:rPr lang="en-GB"/>
              <a:t>15/11/2025</a:t>
            </a:fld>
            <a:endParaRPr lang="en-GB"/>
          </a:p>
        </p:txBody>
      </p:sp>
      <p:sp>
        <p:nvSpPr>
          <p:cNvPr id="898366578" name="Footer Placeholder 7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GB"/>
          </a:p>
        </p:txBody>
      </p:sp>
      <p:sp>
        <p:nvSpPr>
          <p:cNvPr id="523307576" name="Slide Number Placeholder 8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23CA24EA-A87A-4979-940E-A83EA2C27DA6}" type="slidenum">
              <a:rPr lang="en-GB"/>
              <a:t>‹#›</a:t>
            </a:fld>
            <a:endParaRPr lang="en-GB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itleOnly" userDrawn="1">
  <p:cSld name="Title Only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75257917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2070697549" name="Date Placeholder 2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08FDF4E3-76A3-4A80-A70D-6B1FEC2BADEB}" type="datetimeFigureOut">
              <a:rPr lang="en-GB"/>
              <a:t>15/11/2025</a:t>
            </a:fld>
            <a:endParaRPr lang="en-GB"/>
          </a:p>
        </p:txBody>
      </p:sp>
      <p:sp>
        <p:nvSpPr>
          <p:cNvPr id="1677296312" name="Footer Placeholder 3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GB"/>
          </a:p>
        </p:txBody>
      </p:sp>
      <p:sp>
        <p:nvSpPr>
          <p:cNvPr id="405844102" name="Slide Number Placeholder 4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23CA24EA-A87A-4979-940E-A83EA2C27DA6}" type="slidenum">
              <a:rPr lang="en-GB"/>
              <a:t>‹#›</a:t>
            </a:fld>
            <a:endParaRPr lang="en-GB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blank" userDrawn="1">
  <p:cSld name="Blank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49317146" name="Date Placeholder 1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08FDF4E3-76A3-4A80-A70D-6B1FEC2BADEB}" type="datetimeFigureOut">
              <a:rPr lang="en-GB"/>
              <a:t>15/11/2025</a:t>
            </a:fld>
            <a:endParaRPr lang="en-GB"/>
          </a:p>
        </p:txBody>
      </p:sp>
      <p:sp>
        <p:nvSpPr>
          <p:cNvPr id="1703015057" name="Footer Placeholder 2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GB"/>
          </a:p>
        </p:txBody>
      </p:sp>
      <p:sp>
        <p:nvSpPr>
          <p:cNvPr id="1340435805" name="Slide Number Placeholder 3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23CA24EA-A87A-4979-940E-A83EA2C27DA6}" type="slidenum">
              <a:rPr lang="en-GB"/>
              <a:t>‹#›</a:t>
            </a:fld>
            <a:endParaRPr lang="en-GB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objTx" userDrawn="1">
  <p:cSld name="Content with Capti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69168194" name="Title 1"/>
          <p:cNvSpPr>
            <a:spLocks noGrp="1"/>
          </p:cNvSpPr>
          <p:nvPr>
            <p:ph type="title"/>
          </p:nvPr>
        </p:nvSpPr>
        <p:spPr bwMode="auto"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pPr>
              <a:defRPr/>
            </a:pPr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1790377469" name="Content Placeholder 2"/>
          <p:cNvSpPr>
            <a:spLocks noGrp="1"/>
          </p:cNvSpPr>
          <p:nvPr>
            <p:ph idx="1"/>
          </p:nvPr>
        </p:nvSpPr>
        <p:spPr bwMode="auto"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GB"/>
          </a:p>
        </p:txBody>
      </p:sp>
      <p:sp>
        <p:nvSpPr>
          <p:cNvPr id="1786548357" name="Text Placeholder 3"/>
          <p:cNvSpPr>
            <a:spLocks noGrp="1"/>
          </p:cNvSpPr>
          <p:nvPr>
            <p:ph type="body" sz="half" idx="2"/>
          </p:nvPr>
        </p:nvSpPr>
        <p:spPr bwMode="auto"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732907560" name="Date Placeholder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08FDF4E3-76A3-4A80-A70D-6B1FEC2BADEB}" type="datetimeFigureOut">
              <a:rPr lang="en-GB"/>
              <a:t>15/11/2025</a:t>
            </a:fld>
            <a:endParaRPr lang="en-GB"/>
          </a:p>
        </p:txBody>
      </p:sp>
      <p:sp>
        <p:nvSpPr>
          <p:cNvPr id="114560635" name="Footer Placehold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GB"/>
          </a:p>
        </p:txBody>
      </p:sp>
      <p:sp>
        <p:nvSpPr>
          <p:cNvPr id="1325159310" name="Slide Number Placeholder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23CA24EA-A87A-4979-940E-A83EA2C27DA6}" type="slidenum">
              <a:rPr lang="en-GB"/>
              <a:t>‹#›</a:t>
            </a:fld>
            <a:endParaRPr lang="en-GB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picTx" userDrawn="1">
  <p:cSld name="Picture with Capti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63612327" name="Title 1"/>
          <p:cNvSpPr>
            <a:spLocks noGrp="1"/>
          </p:cNvSpPr>
          <p:nvPr>
            <p:ph type="title"/>
          </p:nvPr>
        </p:nvSpPr>
        <p:spPr bwMode="auto"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pPr>
              <a:defRPr/>
            </a:pPr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1529969238" name="Picture Placeholder 2"/>
          <p:cNvSpPr>
            <a:spLocks noGrp="1"/>
          </p:cNvSpPr>
          <p:nvPr>
            <p:ph type="pic" idx="1"/>
          </p:nvPr>
        </p:nvSpPr>
        <p:spPr bwMode="auto"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>
              <a:defRPr/>
            </a:pPr>
            <a:endParaRPr lang="en-GB"/>
          </a:p>
        </p:txBody>
      </p:sp>
      <p:sp>
        <p:nvSpPr>
          <p:cNvPr id="491575043" name="Text Placeholder 3"/>
          <p:cNvSpPr>
            <a:spLocks noGrp="1"/>
          </p:cNvSpPr>
          <p:nvPr>
            <p:ph type="body" sz="half" idx="2"/>
          </p:nvPr>
        </p:nvSpPr>
        <p:spPr bwMode="auto"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196889463" name="Date Placeholder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08FDF4E3-76A3-4A80-A70D-6B1FEC2BADEB}" type="datetimeFigureOut">
              <a:rPr lang="en-GB"/>
              <a:t>15/11/2025</a:t>
            </a:fld>
            <a:endParaRPr lang="en-GB"/>
          </a:p>
        </p:txBody>
      </p:sp>
      <p:sp>
        <p:nvSpPr>
          <p:cNvPr id="905548811" name="Footer Placehold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GB"/>
          </a:p>
        </p:txBody>
      </p:sp>
      <p:sp>
        <p:nvSpPr>
          <p:cNvPr id="377773472" name="Slide Number Placeholder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23CA24EA-A87A-4979-940E-A83EA2C27DA6}" type="slidenum">
              <a:rPr lang="en-GB"/>
              <a:t>‹#›</a:t>
            </a:fld>
            <a:endParaRPr lang="en-GB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vertTx" userDrawn="1">
  <p:cSld name="Title and Vertical Tex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35917678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408314771" name="Vertical Text Placeholder 2"/>
          <p:cNvSpPr>
            <a:spLocks noGrp="1"/>
          </p:cNvSpPr>
          <p:nvPr>
            <p:ph type="body" orient="vert" idx="1"/>
          </p:nvPr>
        </p:nvSpPr>
        <p:spPr bwMode="auto"/>
        <p:txBody>
          <a:bodyPr vert="eaVert"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GB"/>
          </a:p>
        </p:txBody>
      </p:sp>
      <p:sp>
        <p:nvSpPr>
          <p:cNvPr id="466551929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08FDF4E3-76A3-4A80-A70D-6B1FEC2BADEB}" type="datetimeFigureOut">
              <a:rPr lang="en-GB"/>
              <a:t>15/11/2025</a:t>
            </a:fld>
            <a:endParaRPr lang="en-GB"/>
          </a:p>
        </p:txBody>
      </p:sp>
      <p:sp>
        <p:nvSpPr>
          <p:cNvPr id="783140356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GB"/>
          </a:p>
        </p:txBody>
      </p:sp>
      <p:sp>
        <p:nvSpPr>
          <p:cNvPr id="443743813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23CA24EA-A87A-4979-940E-A83EA2C27DA6}" type="slidenum">
              <a:rPr lang="en-GB"/>
              <a:t>‹#›</a:t>
            </a:fld>
            <a:endParaRPr lang="en-GB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vertTitleAndTx" userDrawn="1">
  <p:cSld name="Vertical Title and Tex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23244584" name="Vertical Title 1"/>
          <p:cNvSpPr>
            <a:spLocks noGrp="1"/>
          </p:cNvSpPr>
          <p:nvPr>
            <p:ph type="title" orient="vert"/>
          </p:nvPr>
        </p:nvSpPr>
        <p:spPr bwMode="auto">
          <a:xfrm>
            <a:off x="8724900" y="365125"/>
            <a:ext cx="2628900" cy="5811838"/>
          </a:xfrm>
        </p:spPr>
        <p:txBody>
          <a:bodyPr vert="eaVert"/>
          <a:lstStyle/>
          <a:p>
            <a:pPr>
              <a:defRPr/>
            </a:pPr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759123673" name="Vertical Text Placeholder 2"/>
          <p:cNvSpPr>
            <a:spLocks noGrp="1"/>
          </p:cNvSpPr>
          <p:nvPr>
            <p:ph type="body" orient="vert" idx="1"/>
          </p:nvPr>
        </p:nvSpPr>
        <p:spPr bwMode="auto">
          <a:xfrm>
            <a:off x="838200" y="365125"/>
            <a:ext cx="7734300" cy="5811838"/>
          </a:xfrm>
        </p:spPr>
        <p:txBody>
          <a:bodyPr vert="eaVert"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GB"/>
          </a:p>
        </p:txBody>
      </p:sp>
      <p:sp>
        <p:nvSpPr>
          <p:cNvPr id="1759975905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08FDF4E3-76A3-4A80-A70D-6B1FEC2BADEB}" type="datetimeFigureOut">
              <a:rPr lang="en-GB"/>
              <a:t>15/11/2025</a:t>
            </a:fld>
            <a:endParaRPr lang="en-GB"/>
          </a:p>
        </p:txBody>
      </p:sp>
      <p:sp>
        <p:nvSpPr>
          <p:cNvPr id="690682590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GB"/>
          </a:p>
        </p:txBody>
      </p:sp>
      <p:sp>
        <p:nvSpPr>
          <p:cNvPr id="67580236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23CA24EA-A87A-4979-940E-A83EA2C27DA6}" type="slidenum">
              <a:rPr lang="en-GB"/>
              <a:t>‹#›</a:t>
            </a:fld>
            <a:endParaRPr lang="en-GB"/>
          </a:p>
        </p:txBody>
      </p:sp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preserve="0">
  <p:cSld name=""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71257557" name="Title Placeholder 1"/>
          <p:cNvSpPr>
            <a:spLocks noGrp="1"/>
          </p:cNvSpPr>
          <p:nvPr>
            <p:ph type="title"/>
          </p:nvPr>
        </p:nvSpPr>
        <p:spPr bwMode="auto"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>
              <a:defRPr/>
            </a:pPr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25244163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GB"/>
          </a:p>
        </p:txBody>
      </p:sp>
      <p:sp>
        <p:nvSpPr>
          <p:cNvPr id="1276380750" name="Date Placeholder 3"/>
          <p:cNvSpPr>
            <a:spLocks noGrp="1"/>
          </p:cNvSpPr>
          <p:nvPr>
            <p:ph type="dt" sz="half" idx="2"/>
          </p:nvPr>
        </p:nvSpPr>
        <p:spPr bwMode="auto"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pPr>
              <a:defRPr/>
            </a:pPr>
            <a:fld id="{08FDF4E3-76A3-4A80-A70D-6B1FEC2BADEB}" type="datetimeFigureOut">
              <a:rPr lang="en-GB"/>
              <a:t>15/11/2025</a:t>
            </a:fld>
            <a:endParaRPr lang="en-GB"/>
          </a:p>
        </p:txBody>
      </p:sp>
      <p:sp>
        <p:nvSpPr>
          <p:cNvPr id="947643448" name="Footer Placeholder 4"/>
          <p:cNvSpPr>
            <a:spLocks noGrp="1"/>
          </p:cNvSpPr>
          <p:nvPr>
            <p:ph type="ftr" sz="quarter" idx="3"/>
          </p:nvPr>
        </p:nvSpPr>
        <p:spPr bwMode="auto"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pPr>
              <a:defRPr/>
            </a:pPr>
            <a:endParaRPr lang="en-GB"/>
          </a:p>
        </p:txBody>
      </p:sp>
      <p:sp>
        <p:nvSpPr>
          <p:cNvPr id="605577338" name="Slide Number Placeholder 5"/>
          <p:cNvSpPr>
            <a:spLocks noGrp="1"/>
          </p:cNvSpPr>
          <p:nvPr>
            <p:ph type="sldNum" sz="quarter" idx="4"/>
          </p:nvPr>
        </p:nvSpPr>
        <p:spPr bwMode="auto"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pPr>
              <a:defRPr/>
            </a:pPr>
            <a:fld id="{23CA24EA-A87A-4979-940E-A83EA2C27DA6}" type="slidenum">
              <a:rPr lang="en-GB"/>
              <a:t>‹#›</a:t>
            </a:fld>
            <a:endParaRPr lang="en-GB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>
        <a:lnSpc>
          <a:spcPct val="90000"/>
        </a:lnSpc>
        <a:spcBef>
          <a:spcPts val="1000"/>
        </a:spcBef>
        <a:buFont typeface="Arial"/>
        <a:buChar char="•"/>
        <a:defRPr sz="28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4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0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/Relationships>
</file>

<file path=ppt/slides/_rels/slide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/Relationships>
</file>

<file path=ppt/slides/_rels/slide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chemeClr val="tx2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35465774" name="Title 1"/>
          <p:cNvSpPr>
            <a:spLocks noGrp="1"/>
          </p:cNvSpPr>
          <p:nvPr>
            <p:ph type="ctrTitle"/>
          </p:nvPr>
        </p:nvSpPr>
        <p:spPr bwMode="auto">
          <a:xfrm>
            <a:off x="0" y="1122363"/>
            <a:ext cx="12192000" cy="2387599"/>
          </a:xfrm>
        </p:spPr>
        <p:txBody>
          <a:bodyPr>
            <a:normAutofit/>
          </a:bodyPr>
          <a:lstStyle/>
          <a:p>
            <a:pPr>
              <a:defRPr/>
            </a:pPr>
            <a:r>
              <a:rPr lang="en-GB">
                <a:solidFill>
                  <a:schemeClr val="bg1"/>
                </a:solidFill>
              </a:rPr>
              <a:t>Robot Car-</a:t>
            </a:r>
            <a:r>
              <a:rPr lang="en-US">
                <a:solidFill>
                  <a:schemeClr val="bg1"/>
                </a:solidFill>
              </a:rPr>
              <a:t>1</a:t>
            </a:r>
            <a:br>
              <a:rPr lang="en-GB">
                <a:solidFill>
                  <a:schemeClr val="bg1"/>
                </a:solidFill>
              </a:rPr>
            </a:br>
            <a:r>
              <a:rPr lang="en-GB" sz="3600">
                <a:solidFill>
                  <a:schemeClr val="bg1"/>
                </a:solidFill>
              </a:rPr>
              <a:t>AI &amp; Robotics </a:t>
            </a:r>
            <a:br>
              <a:rPr lang="en-GB" sz="3600">
                <a:solidFill>
                  <a:schemeClr val="bg1"/>
                </a:solidFill>
              </a:rPr>
            </a:br>
            <a:r>
              <a:rPr lang="en-GB" sz="3600">
                <a:solidFill>
                  <a:schemeClr val="bg1"/>
                </a:solidFill>
              </a:rPr>
              <a:t>Centre of Excellence</a:t>
            </a:r>
            <a:endParaRPr/>
          </a:p>
        </p:txBody>
      </p:sp>
      <p:sp>
        <p:nvSpPr>
          <p:cNvPr id="2060414710" name="Subtitle 2"/>
          <p:cNvSpPr>
            <a:spLocks noGrp="1"/>
          </p:cNvSpPr>
          <p:nvPr>
            <p:ph type="subTitle" idx="1"/>
          </p:nvPr>
        </p:nvSpPr>
        <p:spPr bwMode="auto">
          <a:xfrm>
            <a:off x="1523999" y="3602037"/>
            <a:ext cx="9144000" cy="1089704"/>
          </a:xfrm>
        </p:spPr>
        <p:txBody>
          <a:bodyPr>
            <a:normAutofit lnSpcReduction="10000"/>
          </a:bodyPr>
          <a:lstStyle/>
          <a:p>
            <a:pPr>
              <a:defRPr/>
            </a:pPr>
            <a:r>
              <a:rPr lang="en-GB" sz="3200">
                <a:solidFill>
                  <a:schemeClr val="accent4"/>
                </a:solidFill>
              </a:rPr>
              <a:t>GPREC &amp; ZAS Robotics Collaboration</a:t>
            </a:r>
            <a:endParaRPr/>
          </a:p>
          <a:p>
            <a:pPr>
              <a:defRPr/>
            </a:pPr>
            <a:r>
              <a:rPr lang="en-GB" sz="3200">
                <a:solidFill>
                  <a:schemeClr val="accent5"/>
                </a:solidFill>
              </a:rPr>
              <a:t>Training Schedule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chemeClr val="tx2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22063768" name="Title 1"/>
          <p:cNvSpPr>
            <a:spLocks noGrp="1"/>
          </p:cNvSpPr>
          <p:nvPr>
            <p:ph type="title"/>
          </p:nvPr>
        </p:nvSpPr>
        <p:spPr bwMode="auto">
          <a:xfrm>
            <a:off x="10883" y="-4987"/>
            <a:ext cx="10515600" cy="1325562"/>
          </a:xfrm>
        </p:spPr>
        <p:txBody>
          <a:bodyPr/>
          <a:lstStyle/>
          <a:p>
            <a:pPr>
              <a:defRPr/>
            </a:pPr>
            <a:r>
              <a:rPr lang="en-GB">
                <a:solidFill>
                  <a:schemeClr val="bg1"/>
                </a:solidFill>
              </a:rPr>
              <a:t>Navigational Robot Car-1</a:t>
            </a:r>
            <a:endParaRPr/>
          </a:p>
        </p:txBody>
      </p:sp>
      <p:sp>
        <p:nvSpPr>
          <p:cNvPr id="552627549" name="TextBox 2"/>
          <p:cNvSpPr txBox="1"/>
          <p:nvPr/>
        </p:nvSpPr>
        <p:spPr bwMode="auto">
          <a:xfrm>
            <a:off x="142875" y="1000532"/>
            <a:ext cx="11910208" cy="484668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Arial"/>
              <a:buChar char="•"/>
              <a:defRPr/>
            </a:pPr>
            <a:r>
              <a:rPr lang="en-GB" sz="2400" b="1">
                <a:solidFill>
                  <a:schemeClr val="accent4"/>
                </a:solidFill>
              </a:rPr>
              <a:t>Review the Contents in the Box</a:t>
            </a:r>
            <a:endParaRPr/>
          </a:p>
          <a:p>
            <a:pPr marL="342900" indent="-342900">
              <a:buFont typeface="Arial"/>
              <a:buChar char="•"/>
              <a:defRPr/>
            </a:pPr>
            <a:endParaRPr lang="en-GB" sz="2400">
              <a:solidFill>
                <a:schemeClr val="accent5"/>
              </a:solidFill>
            </a:endParaRPr>
          </a:p>
          <a:p>
            <a:pPr marL="342900" indent="-342900">
              <a:buFont typeface="Arial"/>
              <a:buChar char="•"/>
              <a:defRPr/>
            </a:pPr>
            <a:r>
              <a:rPr lang="en-GB" sz="2400">
                <a:solidFill>
                  <a:schemeClr val="accent5"/>
                </a:solidFill>
              </a:rPr>
              <a:t>Review &amp; Discuss the Motor Controller Board, Assembly, Power Supply etc.</a:t>
            </a:r>
            <a:endParaRPr/>
          </a:p>
          <a:p>
            <a:pPr marL="342900" indent="-342900">
              <a:buFont typeface="Arial"/>
              <a:buChar char="•"/>
              <a:defRPr/>
            </a:pPr>
            <a:endParaRPr lang="en-GB" sz="2400">
              <a:solidFill>
                <a:schemeClr val="accent5"/>
              </a:solidFill>
            </a:endParaRPr>
          </a:p>
          <a:p>
            <a:pPr marL="342900" indent="-342900">
              <a:buFont typeface="Arial"/>
              <a:buChar char="•"/>
              <a:defRPr/>
            </a:pPr>
            <a:r>
              <a:rPr lang="en-GB" sz="2400">
                <a:solidFill>
                  <a:schemeClr val="accent5"/>
                </a:solidFill>
              </a:rPr>
              <a:t>Discuss the Health &amp; Safety Precautions</a:t>
            </a:r>
            <a:endParaRPr/>
          </a:p>
          <a:p>
            <a:pPr marL="342900" indent="-342900">
              <a:buFont typeface="Arial"/>
              <a:buChar char="•"/>
              <a:defRPr/>
            </a:pPr>
            <a:endParaRPr lang="en-GB" sz="2400">
              <a:solidFill>
                <a:schemeClr val="bg1"/>
              </a:solidFill>
            </a:endParaRPr>
          </a:p>
          <a:p>
            <a:pPr marL="342900" indent="-342900">
              <a:buFont typeface="Arial"/>
              <a:buChar char="•"/>
              <a:defRPr/>
            </a:pPr>
            <a:r>
              <a:rPr lang="en-GB" sz="2400">
                <a:solidFill>
                  <a:schemeClr val="bg1"/>
                </a:solidFill>
              </a:rPr>
              <a:t>Practice the Following Lab</a:t>
            </a:r>
            <a:endParaRPr lang="en-GB" sz="2400">
              <a:solidFill>
                <a:schemeClr val="accent5"/>
              </a:solidFill>
            </a:endParaRPr>
          </a:p>
          <a:p>
            <a:pPr marL="800100" lvl="1" indent="-342900">
              <a:buFont typeface="Arial"/>
              <a:buChar char="•"/>
              <a:defRPr/>
            </a:pPr>
            <a:r>
              <a:rPr lang="en-GB" sz="2400">
                <a:solidFill>
                  <a:schemeClr val="accent5"/>
                </a:solidFill>
              </a:rPr>
              <a:t>Car Basic Movements; how to correct directions (by swapping the pins)</a:t>
            </a:r>
            <a:endParaRPr/>
          </a:p>
          <a:p>
            <a:pPr marL="342900" indent="-342900">
              <a:buFont typeface="Arial"/>
              <a:buChar char="•"/>
              <a:defRPr/>
            </a:pPr>
            <a:endParaRPr lang="en-GB" sz="2400">
              <a:solidFill>
                <a:schemeClr val="bg1"/>
              </a:solidFill>
            </a:endParaRPr>
          </a:p>
          <a:p>
            <a:pPr marL="342900" indent="-342900">
              <a:buFont typeface="Arial"/>
              <a:buChar char="•"/>
              <a:defRPr/>
            </a:pPr>
            <a:r>
              <a:rPr lang="en-GB" sz="2400">
                <a:solidFill>
                  <a:schemeClr val="bg1"/>
                </a:solidFill>
              </a:rPr>
              <a:t>Practice the IR Sensor Calibration</a:t>
            </a:r>
            <a:endParaRPr lang="en-GB" sz="2400">
              <a:solidFill>
                <a:schemeClr val="accent5"/>
              </a:solidFill>
            </a:endParaRPr>
          </a:p>
          <a:p>
            <a:pPr lvl="1">
              <a:defRPr/>
            </a:pPr>
            <a:endParaRPr lang="en-GB" sz="2400">
              <a:solidFill>
                <a:schemeClr val="accent5"/>
              </a:solidFill>
            </a:endParaRPr>
          </a:p>
          <a:p>
            <a:pPr marL="342900" indent="-342900">
              <a:buFont typeface="Arial"/>
              <a:buChar char="•"/>
              <a:defRPr/>
            </a:pPr>
            <a:r>
              <a:rPr lang="en-GB" sz="2400">
                <a:solidFill>
                  <a:schemeClr val="bg1"/>
                </a:solidFill>
              </a:rPr>
              <a:t>Practice the Edge or IR Obstacle Mode</a:t>
            </a:r>
            <a:endParaRPr/>
          </a:p>
          <a:p>
            <a:pPr marL="342900" indent="-342900">
              <a:buFont typeface="Arial"/>
              <a:buChar char="•"/>
              <a:defRPr/>
            </a:pPr>
            <a:endParaRPr lang="en-GB" sz="2400">
              <a:solidFill>
                <a:schemeClr val="bg1"/>
              </a:solidFill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chemeClr val="tx2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35649752" name="Title 1"/>
          <p:cNvSpPr>
            <a:spLocks noGrp="1"/>
          </p:cNvSpPr>
          <p:nvPr>
            <p:ph type="title"/>
          </p:nvPr>
        </p:nvSpPr>
        <p:spPr bwMode="auto">
          <a:xfrm>
            <a:off x="660161" y="35754"/>
            <a:ext cx="10515600" cy="1325561"/>
          </a:xfrm>
        </p:spPr>
        <p:txBody>
          <a:bodyPr/>
          <a:lstStyle/>
          <a:p>
            <a:pPr>
              <a:defRPr/>
            </a:pPr>
            <a:r>
              <a:rPr lang="en-GB" sz="4400" b="0" i="0" u="none" strike="noStrike" cap="none" spc="0">
                <a:solidFill>
                  <a:schemeClr val="bg1"/>
                </a:solidFill>
                <a:latin typeface="+mj-lt"/>
                <a:ea typeface="+mj-ea"/>
                <a:cs typeface="+mj-cs"/>
              </a:rPr>
              <a:t>Navigational Robot Car-1</a:t>
            </a:r>
            <a:endParaRPr/>
          </a:p>
        </p:txBody>
      </p:sp>
      <p:sp>
        <p:nvSpPr>
          <p:cNvPr id="1252588193" name="Content Placeholder 2"/>
          <p:cNvSpPr>
            <a:spLocks noGrp="1"/>
          </p:cNvSpPr>
          <p:nvPr>
            <p:ph idx="1"/>
          </p:nvPr>
        </p:nvSpPr>
        <p:spPr bwMode="auto">
          <a:xfrm flipH="0" flipV="0">
            <a:off x="660161" y="1269302"/>
            <a:ext cx="10515600" cy="4677144"/>
          </a:xfrm>
        </p:spPr>
        <p:txBody>
          <a:bodyPr/>
          <a:lstStyle/>
          <a:p>
            <a:pPr>
              <a:defRPr/>
            </a:pPr>
            <a:r>
              <a:rPr>
                <a:solidFill>
                  <a:schemeClr val="bg1"/>
                </a:solidFill>
              </a:rPr>
              <a:t>Components</a:t>
            </a:r>
            <a:endParaRPr/>
          </a:p>
        </p:txBody>
      </p:sp>
      <p:pic>
        <p:nvPicPr>
          <p:cNvPr id="186625355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5431051" y="1156573"/>
            <a:ext cx="6013813" cy="4415428"/>
          </a:xfrm>
          <a:prstGeom prst="rect">
            <a:avLst/>
          </a:prstGeom>
        </p:spPr>
      </p:pic>
      <p:graphicFrame>
        <p:nvGraphicFramePr>
          <p:cNvPr id="1740993707" name=""/>
          <p:cNvGraphicFramePr>
            <a:graphicFrameLocks xmlns:a="http://schemas.openxmlformats.org/drawingml/2006/main"/>
          </p:cNvGraphicFramePr>
          <p:nvPr/>
        </p:nvGraphicFramePr>
        <p:xfrm>
          <a:off x="660161" y="1809281"/>
          <a:ext cx="4521636" cy="3771406"/>
        </p:xfrm>
        <a:graphic>
          <a:graphicData uri="http://schemas.openxmlformats.org/drawingml/2006/table">
            <a:tbl>
              <a:tblPr firstRow="1" firstCol="1" lastRow="0" lastCol="0" bandRow="1" bandCol="0">
                <a:tableStyleId>{5C22544A-7EE6-4342-B048-85BDC9FD1C3A}</a:tableStyleId>
              </a:tblPr>
              <a:tblGrid>
                <a:gridCol w="1588185"/>
                <a:gridCol w="2920750"/>
              </a:tblGrid>
              <a:tr h="270543"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 b="1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Component / Device</a:t>
                      </a:r>
                      <a:endParaRPr/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 b="1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Purpose / Role</a:t>
                      </a:r>
                      <a:endParaRPr/>
                    </a:p>
                  </a:txBody>
                  <a:tcPr vert="horz"/>
                </a:tc>
              </a:tr>
              <a:tr h="466866"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 b="1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Arduino Board</a:t>
                      </a:r>
                      <a:endParaRPr/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Core microcontroller – handles sensor inputs and motor control</a:t>
                      </a:r>
                      <a:endParaRPr/>
                    </a:p>
                  </a:txBody>
                  <a:tcPr vert="horz"/>
                </a:tc>
              </a:tr>
              <a:tr h="270543"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 b="1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TB6612 Motor Driver</a:t>
                      </a:r>
                      <a:endParaRPr/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Controls DC motors using PWM and direction signals</a:t>
                      </a:r>
                      <a:endParaRPr/>
                    </a:p>
                  </a:txBody>
                  <a:tcPr vert="horz"/>
                </a:tc>
              </a:tr>
              <a:tr h="270543"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 b="1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2× DC Gear Motors</a:t>
                      </a:r>
                      <a:endParaRPr/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Drives the left and right wheels</a:t>
                      </a:r>
                      <a:endParaRPr/>
                    </a:p>
                  </a:txBody>
                  <a:tcPr vert="horz"/>
                </a:tc>
              </a:tr>
              <a:tr h="442924"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 b="1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Ultrasonic Sensor (HC-SR04)</a:t>
                      </a:r>
                      <a:endParaRPr/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Measures distance to obstacles using trigger &amp; echo</a:t>
                      </a:r>
                      <a:endParaRPr/>
                    </a:p>
                  </a:txBody>
                  <a:tcPr vert="horz"/>
                </a:tc>
              </a:tr>
              <a:tr h="442924"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 b="1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IR Sensor Array (4 sensors)</a:t>
                      </a:r>
                      <a:endParaRPr/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Used for edge/pit detection and obstacle avoidance via analog/digital pins</a:t>
                      </a:r>
                      <a:endParaRPr/>
                    </a:p>
                  </a:txBody>
                  <a:tcPr vert="horz"/>
                </a:tc>
              </a:tr>
              <a:tr h="442924"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 b="1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Servo Motor</a:t>
                      </a:r>
                      <a:endParaRPr/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Rotates ultrasonic sensor for scanning left/right/middle directions</a:t>
                      </a:r>
                      <a:endParaRPr/>
                    </a:p>
                  </a:txBody>
                  <a:tcPr vert="horz"/>
                </a:tc>
              </a:tr>
              <a:tr h="270543"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 b="1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OLED Display</a:t>
                      </a:r>
                      <a:endParaRPr/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Outputs mode, UID info (if extended), or diagnostic status</a:t>
                      </a:r>
                      <a:endParaRPr/>
                    </a:p>
                  </a:txBody>
                  <a:tcPr vert="horz"/>
                </a:tc>
              </a:tr>
              <a:tr h="270543"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 b="1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Optional: IR Receiver</a:t>
                      </a:r>
                      <a:endParaRPr/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For remote control or line-following edge detection logic</a:t>
                      </a:r>
                      <a:endParaRPr/>
                    </a:p>
                  </a:txBody>
                  <a:tcPr vert="horz"/>
                </a:tc>
              </a:tr>
            </a:tbl>
          </a:graphicData>
        </a:graphic>
      </p:graphicFrame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chemeClr val="tx2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4535767" name="Title 1"/>
          <p:cNvSpPr>
            <a:spLocks noGrp="1"/>
          </p:cNvSpPr>
          <p:nvPr>
            <p:ph type="title"/>
          </p:nvPr>
        </p:nvSpPr>
        <p:spPr bwMode="auto">
          <a:xfrm>
            <a:off x="660161" y="35754"/>
            <a:ext cx="10515600" cy="1325561"/>
          </a:xfrm>
        </p:spPr>
        <p:txBody>
          <a:bodyPr/>
          <a:lstStyle/>
          <a:p>
            <a:pPr>
              <a:defRPr/>
            </a:pPr>
            <a:r>
              <a:rPr lang="en-GB" sz="4400" b="0" i="0" u="none" strike="noStrike" cap="none" spc="0">
                <a:solidFill>
                  <a:schemeClr val="bg1"/>
                </a:solidFill>
                <a:latin typeface="+mj-lt"/>
                <a:ea typeface="+mj-ea"/>
                <a:cs typeface="+mj-cs"/>
              </a:rPr>
              <a:t>Navigational Robot Car-1</a:t>
            </a:r>
            <a:endParaRPr/>
          </a:p>
        </p:txBody>
      </p:sp>
      <p:sp>
        <p:nvSpPr>
          <p:cNvPr id="185803646" name="Content Placeholder 2"/>
          <p:cNvSpPr>
            <a:spLocks noGrp="1"/>
          </p:cNvSpPr>
          <p:nvPr>
            <p:ph idx="1"/>
          </p:nvPr>
        </p:nvSpPr>
        <p:spPr bwMode="auto">
          <a:xfrm flipH="0" flipV="0">
            <a:off x="660161" y="1020050"/>
            <a:ext cx="10515600" cy="4926397"/>
          </a:xfrm>
        </p:spPr>
        <p:txBody>
          <a:bodyPr/>
          <a:lstStyle/>
          <a:p>
            <a:pPr>
              <a:defRPr/>
            </a:pPr>
            <a:endParaRPr sz="1600">
              <a:solidFill>
                <a:schemeClr val="bg1"/>
              </a:solidFill>
            </a:endParaRPr>
          </a:p>
          <a:p>
            <a:pPr>
              <a:defRPr/>
            </a:pPr>
            <a:r>
              <a:rPr sz="2000" b="1" i="0" u="none">
                <a:solidFill>
                  <a:schemeClr val="bg1"/>
                </a:solidFill>
                <a:latin typeface="Times New Roman"/>
                <a:ea typeface="Times New Roman"/>
                <a:cs typeface="Times New Roman"/>
              </a:rPr>
              <a:t>Learning Opportunities with Robo Car‑1</a:t>
            </a:r>
            <a:endParaRPr sz="2000">
              <a:solidFill>
                <a:schemeClr val="bg1"/>
              </a:solidFill>
            </a:endParaRPr>
          </a:p>
          <a:p>
            <a:pPr marL="0" indent="0">
              <a:buFont typeface="Arial"/>
              <a:buNone/>
              <a:defRPr/>
            </a:pPr>
            <a:endParaRPr sz="1600" b="1" i="0" u="none">
              <a:solidFill>
                <a:schemeClr val="bg1"/>
              </a:solidFill>
              <a:latin typeface="Times New Roman"/>
              <a:ea typeface="Times New Roman"/>
              <a:cs typeface="Times New Roman"/>
            </a:endParaRPr>
          </a:p>
          <a:p>
            <a:pPr lvl="1">
              <a:defRPr/>
            </a:pPr>
            <a:r>
              <a:rPr sz="1600" b="0" i="0" u="none">
                <a:solidFill>
                  <a:schemeClr val="bg1"/>
                </a:solidFill>
                <a:latin typeface="Times New Roman"/>
                <a:ea typeface="Times New Roman"/>
                <a:cs typeface="Times New Roman"/>
              </a:rPr>
              <a:t>Program Arduino to control motors, sensors, and logic</a:t>
            </a:r>
            <a:endParaRPr sz="1600">
              <a:solidFill>
                <a:schemeClr val="bg1"/>
              </a:solidFill>
            </a:endParaRPr>
          </a:p>
          <a:p>
            <a:pPr lvl="1">
              <a:defRPr/>
            </a:pPr>
            <a:r>
              <a:rPr sz="1600" b="0" i="0" u="none">
                <a:solidFill>
                  <a:schemeClr val="bg1"/>
                </a:solidFill>
                <a:latin typeface="Times New Roman"/>
                <a:ea typeface="Times New Roman"/>
                <a:cs typeface="Times New Roman"/>
              </a:rPr>
              <a:t>Use TB6612 to drive DC motors with direction &amp; speed (PWM)</a:t>
            </a:r>
            <a:endParaRPr sz="1600">
              <a:solidFill>
                <a:schemeClr val="bg1"/>
              </a:solidFill>
            </a:endParaRPr>
          </a:p>
          <a:p>
            <a:pPr lvl="1">
              <a:defRPr/>
            </a:pPr>
            <a:r>
              <a:rPr sz="1600" b="0" i="0" u="none">
                <a:solidFill>
                  <a:schemeClr val="bg1"/>
                </a:solidFill>
                <a:latin typeface="Times New Roman"/>
                <a:ea typeface="Times New Roman"/>
                <a:cs typeface="Times New Roman"/>
              </a:rPr>
              <a:t>Interface Sensors: Ultrasonic (distance), IR (pit/line)</a:t>
            </a:r>
            <a:endParaRPr sz="1600">
              <a:solidFill>
                <a:schemeClr val="bg1"/>
              </a:solidFill>
            </a:endParaRPr>
          </a:p>
          <a:p>
            <a:pPr lvl="1">
              <a:defRPr/>
            </a:pPr>
            <a:r>
              <a:rPr sz="1600" b="0" i="0" u="none">
                <a:solidFill>
                  <a:schemeClr val="bg1"/>
                </a:solidFill>
                <a:latin typeface="Times New Roman"/>
                <a:ea typeface="Times New Roman"/>
                <a:cs typeface="Times New Roman"/>
              </a:rPr>
              <a:t>Servo-based Scanning for obstacle direction (Ultrasonic)</a:t>
            </a:r>
            <a:endParaRPr sz="1600">
              <a:solidFill>
                <a:schemeClr val="bg1"/>
              </a:solidFill>
            </a:endParaRPr>
          </a:p>
          <a:p>
            <a:pPr lvl="1">
              <a:defRPr/>
            </a:pPr>
            <a:r>
              <a:rPr sz="1600" b="0" i="0" u="none">
                <a:solidFill>
                  <a:schemeClr val="bg1"/>
                </a:solidFill>
                <a:latin typeface="Times New Roman"/>
                <a:ea typeface="Times New Roman"/>
                <a:cs typeface="Times New Roman"/>
              </a:rPr>
              <a:t>Write Navigation Logic: forward, stop, turn, avoid edges/pits</a:t>
            </a:r>
            <a:endParaRPr sz="1600">
              <a:solidFill>
                <a:schemeClr val="bg1"/>
              </a:solidFill>
            </a:endParaRPr>
          </a:p>
          <a:p>
            <a:pPr lvl="1">
              <a:defRPr/>
            </a:pPr>
            <a:r>
              <a:rPr sz="1600" b="0" i="0" u="none">
                <a:solidFill>
                  <a:schemeClr val="bg1"/>
                </a:solidFill>
                <a:latin typeface="Times New Roman"/>
                <a:ea typeface="Times New Roman"/>
                <a:cs typeface="Times New Roman"/>
              </a:rPr>
              <a:t>Display Data on OLED using I2C communication</a:t>
            </a:r>
            <a:endParaRPr sz="1600">
              <a:solidFill>
                <a:schemeClr val="bg1"/>
              </a:solidFill>
            </a:endParaRPr>
          </a:p>
          <a:p>
            <a:pPr lvl="1">
              <a:defRPr/>
            </a:pPr>
            <a:r>
              <a:rPr sz="1600" b="0" i="0" u="none">
                <a:solidFill>
                  <a:schemeClr val="bg1"/>
                </a:solidFill>
                <a:latin typeface="Times New Roman"/>
                <a:ea typeface="Times New Roman"/>
                <a:cs typeface="Times New Roman"/>
              </a:rPr>
              <a:t>Debug via Serial Monitor &amp; sensor feedback</a:t>
            </a:r>
            <a:endParaRPr sz="1600">
              <a:solidFill>
                <a:schemeClr val="bg1"/>
              </a:solidFill>
            </a:endParaRPr>
          </a:p>
          <a:p>
            <a:pPr lvl="1">
              <a:defRPr/>
            </a:pPr>
            <a:r>
              <a:rPr sz="1600" b="0" i="0" u="none">
                <a:solidFill>
                  <a:schemeClr val="bg1"/>
                </a:solidFill>
                <a:latin typeface="Times New Roman"/>
                <a:ea typeface="Times New Roman"/>
                <a:cs typeface="Times New Roman"/>
              </a:rPr>
              <a:t>Integrate Hardware &amp; Code (motors, sensors, logic flow)</a:t>
            </a:r>
            <a:endParaRPr sz="1600">
              <a:solidFill>
                <a:schemeClr val="bg1"/>
              </a:solidFill>
            </a:endParaRPr>
          </a:p>
          <a:p>
            <a:pPr lvl="1">
              <a:defRPr/>
            </a:pPr>
            <a:r>
              <a:rPr sz="1600" b="0" i="0" u="none">
                <a:solidFill>
                  <a:schemeClr val="bg1"/>
                </a:solidFill>
                <a:latin typeface="Times New Roman"/>
                <a:ea typeface="Times New Roman"/>
                <a:cs typeface="Times New Roman"/>
              </a:rPr>
              <a:t>Foundation for Reactive Robots &amp; Path Decision Making</a:t>
            </a:r>
            <a:endParaRPr/>
          </a:p>
        </p:txBody>
      </p:sp>
      <p:pic>
        <p:nvPicPr>
          <p:cNvPr id="222995772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6784135" y="1100167"/>
            <a:ext cx="4678533" cy="4623734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chemeClr val="tx2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48394999" name="Title 1"/>
          <p:cNvSpPr>
            <a:spLocks noGrp="1"/>
          </p:cNvSpPr>
          <p:nvPr>
            <p:ph type="title"/>
          </p:nvPr>
        </p:nvSpPr>
        <p:spPr bwMode="auto">
          <a:xfrm>
            <a:off x="660161" y="35754"/>
            <a:ext cx="10515600" cy="1325561"/>
          </a:xfrm>
        </p:spPr>
        <p:txBody>
          <a:bodyPr/>
          <a:lstStyle/>
          <a:p>
            <a:pPr>
              <a:defRPr/>
            </a:pPr>
            <a:r>
              <a:rPr lang="en-GB" sz="4400" b="0" i="0" u="none" strike="noStrike" cap="none" spc="0">
                <a:solidFill>
                  <a:schemeClr val="bg1"/>
                </a:solidFill>
                <a:latin typeface="Aptos Display"/>
                <a:ea typeface="Arial"/>
                <a:cs typeface="Arial"/>
              </a:rPr>
              <a:t>Navigational Robot Car-1</a:t>
            </a:r>
            <a:endParaRPr/>
          </a:p>
        </p:txBody>
      </p:sp>
      <p:sp>
        <p:nvSpPr>
          <p:cNvPr id="1765026572" name="Content Placeholder 2"/>
          <p:cNvSpPr>
            <a:spLocks noGrp="1"/>
          </p:cNvSpPr>
          <p:nvPr>
            <p:ph idx="1"/>
          </p:nvPr>
        </p:nvSpPr>
        <p:spPr bwMode="auto">
          <a:xfrm flipH="0" flipV="0">
            <a:off x="660161" y="1269302"/>
            <a:ext cx="10515600" cy="4677144"/>
          </a:xfrm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normAutofit fontScale="90000" lnSpcReduction="2000"/>
          </a:bodyPr>
          <a:lstStyle/>
          <a:p>
            <a:pPr>
              <a:defRPr/>
            </a:pPr>
            <a:r>
              <a:rPr lang="en-GB">
                <a:solidFill>
                  <a:schemeClr val="bg1"/>
                </a:solidFill>
              </a:rPr>
              <a:t>Objectives</a:t>
            </a:r>
            <a:endParaRPr/>
          </a:p>
          <a:p>
            <a:pPr>
              <a:defRPr/>
            </a:pPr>
            <a:r>
              <a:rPr sz="1800" b="0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Hands-on Training for Car-1</a:t>
            </a:r>
            <a:br>
              <a:rPr sz="1800" b="0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</a:br>
            <a:r>
              <a:rPr sz="1800" b="0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 Modes: </a:t>
            </a:r>
            <a:endParaRPr sz="1800" b="0" i="0" u="none">
              <a:solidFill>
                <a:schemeClr val="bg1"/>
              </a:solidFill>
              <a:latin typeface="Aptos Display"/>
              <a:cs typeface="Aptos Display"/>
            </a:endParaRPr>
          </a:p>
          <a:p>
            <a:pPr lvl="1">
              <a:defRPr/>
            </a:pPr>
            <a:r>
              <a:rPr sz="1800" b="0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Basic Movement</a:t>
            </a:r>
            <a:endParaRPr sz="1800" b="0" i="0" u="none">
              <a:solidFill>
                <a:schemeClr val="bg1"/>
              </a:solidFill>
              <a:latin typeface="Aptos Display"/>
              <a:cs typeface="Aptos Display"/>
            </a:endParaRPr>
          </a:p>
          <a:p>
            <a:pPr lvl="1">
              <a:defRPr/>
            </a:pPr>
            <a:r>
              <a:rPr sz="1800" b="0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 Infrared Obstacle Avoidance </a:t>
            </a:r>
            <a:endParaRPr sz="1800" b="0" i="0" u="none">
              <a:solidFill>
                <a:schemeClr val="bg1"/>
              </a:solidFill>
              <a:latin typeface="Aptos Display"/>
              <a:ea typeface="Aptos Display"/>
              <a:cs typeface="Aptos Display"/>
            </a:endParaRPr>
          </a:p>
          <a:p>
            <a:pPr lvl="1">
              <a:defRPr/>
            </a:pPr>
            <a:r>
              <a:rPr lang="en-US" sz="1800" b="0" i="0" u="none" strike="noStrike" cap="none" spc="0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 Ultrasound Obstacle Avoidance</a:t>
            </a:r>
            <a:endParaRPr lang="en-GB" sz="1800" b="0" i="0" u="none">
              <a:solidFill>
                <a:schemeClr val="bg1"/>
              </a:solidFill>
              <a:latin typeface="Aptos Display"/>
              <a:cs typeface="Aptos Display"/>
            </a:endParaRPr>
          </a:p>
          <a:p>
            <a:pPr lvl="1">
              <a:defRPr/>
            </a:pPr>
            <a:r>
              <a:rPr sz="1800" b="0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Line Following</a:t>
            </a:r>
            <a:endParaRPr sz="1800" b="0" i="0" u="none">
              <a:solidFill>
                <a:schemeClr val="bg1"/>
              </a:solidFill>
              <a:latin typeface="Aptos Display"/>
              <a:cs typeface="Aptos Display"/>
            </a:endParaRPr>
          </a:p>
          <a:p>
            <a:pPr lvl="1">
              <a:defRPr/>
            </a:pPr>
            <a:r>
              <a:rPr sz="1800" b="0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Pit Avoidance</a:t>
            </a:r>
            <a:endParaRPr sz="1800" b="0" i="0" u="none">
              <a:solidFill>
                <a:schemeClr val="bg1"/>
              </a:solidFill>
              <a:latin typeface="Aptos Display"/>
              <a:ea typeface="Aptos Display"/>
              <a:cs typeface="Aptos Display"/>
            </a:endParaRPr>
          </a:p>
          <a:p>
            <a:pPr lvl="1">
              <a:defRPr/>
            </a:pPr>
            <a:r>
              <a:rPr lang="en-GB" sz="1800" b="0" i="0" u="none" strike="noStrike" cap="none" spc="0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Pit</a:t>
            </a:r>
            <a:r>
              <a:rPr lang="en-US" sz="1800" b="0" i="0" u="none" strike="noStrike" cap="none" spc="0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 </a:t>
            </a:r>
            <a:r>
              <a:rPr lang="en-GB" sz="1800" b="0" i="0" u="none" strike="noStrike" cap="none" spc="0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Avoidance</a:t>
            </a:r>
            <a:r>
              <a:rPr lang="en-US" sz="1800" b="0" i="0" u="none" strike="noStrike" cap="none" spc="0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 </a:t>
            </a:r>
            <a:r>
              <a:rPr lang="en-GB" sz="1800" b="0" i="0" u="none" strike="noStrike" cap="none" spc="0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Black</a:t>
            </a:r>
            <a:r>
              <a:rPr lang="en-US" sz="1800" b="0" i="0" u="none" strike="noStrike" cap="none" spc="0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 </a:t>
            </a:r>
            <a:r>
              <a:rPr lang="en-GB" sz="1800" b="0" i="0" u="none" strike="noStrike" cap="none" spc="0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Table</a:t>
            </a:r>
            <a:endParaRPr lang="en-GB" sz="1800" b="0" i="0" u="none">
              <a:solidFill>
                <a:schemeClr val="bg1"/>
              </a:solidFill>
              <a:latin typeface="Aptos Display"/>
              <a:cs typeface="Aptos Display"/>
            </a:endParaRPr>
          </a:p>
          <a:p>
            <a:pPr lvl="1">
              <a:defRPr/>
            </a:pPr>
            <a:r>
              <a:rPr sz="1800" b="0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 Wall Following</a:t>
            </a:r>
            <a:endParaRPr sz="1800" b="0" i="0" u="none">
              <a:solidFill>
                <a:schemeClr val="bg1"/>
              </a:solidFill>
              <a:latin typeface="Aptos Display"/>
              <a:cs typeface="Aptos Display"/>
            </a:endParaRPr>
          </a:p>
          <a:p>
            <a:pPr lvl="2">
              <a:defRPr/>
            </a:pPr>
            <a:r>
              <a:rPr lang="en-US" sz="1200" b="0" i="0" u="none" strike="noStrike" cap="none" spc="0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External Wall Following - Left,</a:t>
            </a:r>
            <a:endParaRPr sz="1200" b="0" i="0" u="none" strike="noStrike" cap="none" spc="0">
              <a:solidFill>
                <a:schemeClr val="bg1"/>
              </a:solidFill>
              <a:latin typeface="Aptos Display"/>
              <a:cs typeface="Aptos Display"/>
            </a:endParaRPr>
          </a:p>
          <a:p>
            <a:pPr lvl="2">
              <a:defRPr/>
            </a:pPr>
            <a:r>
              <a:rPr lang="en-US" sz="1200" b="0" i="0" u="none" strike="noStrike" cap="none" spc="0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External Wall Following - Right,</a:t>
            </a:r>
            <a:endParaRPr sz="1200" b="0" i="0" u="none" strike="noStrike" cap="none" spc="0">
              <a:solidFill>
                <a:schemeClr val="bg1"/>
              </a:solidFill>
              <a:latin typeface="Aptos Display"/>
              <a:cs typeface="Aptos Display"/>
            </a:endParaRPr>
          </a:p>
          <a:p>
            <a:pPr lvl="2">
              <a:defRPr/>
            </a:pPr>
            <a:r>
              <a:rPr lang="en-US" sz="1200" b="0" i="0" u="none" strike="noStrike" cap="none" spc="0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Internal Wall Following - Right,</a:t>
            </a:r>
            <a:endParaRPr sz="1200" b="0" i="0" u="none" strike="noStrike" cap="none" spc="0">
              <a:solidFill>
                <a:schemeClr val="bg1"/>
              </a:solidFill>
              <a:latin typeface="Aptos Display"/>
              <a:ea typeface="Aptos Display"/>
              <a:cs typeface="Aptos Display"/>
            </a:endParaRPr>
          </a:p>
          <a:p>
            <a:pPr lvl="2">
              <a:defRPr/>
            </a:pPr>
            <a:r>
              <a:rPr lang="en-US" sz="1200" b="0" i="0" u="none" strike="noStrike" cap="none" spc="0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Internal Wall Following - Left</a:t>
            </a:r>
            <a:endParaRPr lang="en-US" sz="600" b="0" i="0" u="none" strike="noStrike" cap="none" spc="0">
              <a:solidFill>
                <a:schemeClr val="bg1"/>
              </a:solidFill>
              <a:latin typeface="Aptos Display"/>
              <a:ea typeface="Aptos Display"/>
              <a:cs typeface="Aptos Display"/>
            </a:endParaRPr>
          </a:p>
          <a:p>
            <a:pPr lvl="1">
              <a:defRPr/>
            </a:pPr>
            <a:r>
              <a:rPr sz="1800" b="0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 IR Remote.</a:t>
            </a:r>
            <a:endParaRPr lang="en-GB">
              <a:solidFill>
                <a:schemeClr val="bg1"/>
              </a:solidFill>
            </a:endParaRPr>
          </a:p>
          <a:p>
            <a:pPr marL="0" indent="0">
              <a:buFont typeface="Arial"/>
              <a:buNone/>
              <a:defRPr/>
            </a:pPr>
            <a:endParaRPr/>
          </a:p>
        </p:txBody>
      </p:sp>
      <p:pic>
        <p:nvPicPr>
          <p:cNvPr id="468437389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4896938" y="1237257"/>
            <a:ext cx="6013813" cy="4415428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chemeClr val="tx2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94859136" name="Title 1"/>
          <p:cNvSpPr>
            <a:spLocks noGrp="1"/>
          </p:cNvSpPr>
          <p:nvPr>
            <p:ph type="title"/>
          </p:nvPr>
        </p:nvSpPr>
        <p:spPr bwMode="auto">
          <a:xfrm>
            <a:off x="0" y="2766217"/>
            <a:ext cx="12192001" cy="1325562"/>
          </a:xfrm>
        </p:spPr>
        <p:txBody>
          <a:bodyPr/>
          <a:lstStyle/>
          <a:p>
            <a:pPr algn="ctr">
              <a:defRPr/>
            </a:pPr>
            <a:r>
              <a:rPr lang="en-GB">
                <a:solidFill>
                  <a:schemeClr val="bg1"/>
                </a:solidFill>
              </a:rPr>
              <a:t>Health &amp; Safety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chemeClr val="tx2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73536986" name="Title 1"/>
          <p:cNvSpPr>
            <a:spLocks noGrp="1"/>
          </p:cNvSpPr>
          <p:nvPr>
            <p:ph type="title"/>
          </p:nvPr>
        </p:nvSpPr>
        <p:spPr bwMode="auto">
          <a:xfrm flipH="0" flipV="0">
            <a:off x="1612149" y="1246261"/>
            <a:ext cx="8572499" cy="3062242"/>
          </a:xfrm>
        </p:spPr>
        <p:txBody>
          <a:bodyPr/>
          <a:lstStyle/>
          <a:p>
            <a:pPr marL="283879" indent="-283879">
              <a:buFont typeface="Arial"/>
              <a:buChar char="•"/>
              <a:defRPr/>
            </a:pPr>
            <a:r>
              <a:rPr sz="1800" b="0" i="0" u="none">
                <a:solidFill>
                  <a:schemeClr val="bg1"/>
                </a:solidFill>
                <a:latin typeface="Times New Roman"/>
                <a:ea typeface="Times New Roman"/>
                <a:cs typeface="Times New Roman"/>
              </a:rPr>
              <a:t>Always check battery charge: If DC motors behave randomly, the battery may need charging.</a:t>
            </a:r>
            <a:br>
              <a:rPr sz="1800">
                <a:solidFill>
                  <a:schemeClr val="bg1"/>
                </a:solidFill>
              </a:rPr>
            </a:br>
            <a:endParaRPr sz="1800">
              <a:solidFill>
                <a:schemeClr val="bg1"/>
              </a:solidFill>
            </a:endParaRPr>
          </a:p>
          <a:p>
            <a:pPr marL="283879" indent="-283879">
              <a:buFont typeface="Arial"/>
              <a:buChar char="•"/>
              <a:defRPr/>
            </a:pPr>
            <a:r>
              <a:rPr sz="1800" b="0" i="0" u="none">
                <a:solidFill>
                  <a:schemeClr val="bg1"/>
                </a:solidFill>
                <a:latin typeface="Times New Roman"/>
                <a:ea typeface="Times New Roman"/>
                <a:cs typeface="Times New Roman"/>
              </a:rPr>
              <a:t>Do not leave the kit powered on unattended.</a:t>
            </a:r>
            <a:br>
              <a:rPr sz="1800" b="0" i="0" u="none">
                <a:solidFill>
                  <a:schemeClr val="bg1"/>
                </a:solidFill>
                <a:latin typeface="Times New Roman"/>
                <a:ea typeface="Times New Roman"/>
                <a:cs typeface="Times New Roman"/>
              </a:rPr>
            </a:br>
            <a:endParaRPr sz="1800">
              <a:solidFill>
                <a:schemeClr val="bg1"/>
              </a:solidFill>
            </a:endParaRPr>
          </a:p>
          <a:p>
            <a:pPr marL="283879" indent="-283879">
              <a:buFont typeface="Arial"/>
              <a:buChar char="•"/>
              <a:defRPr/>
            </a:pPr>
            <a:r>
              <a:rPr lang="en-US" sz="1800" b="0" i="0" u="none" strike="noStrike" cap="none" spc="0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Ensure proper IR sensor calibration before use.</a:t>
            </a:r>
            <a:endParaRPr lang="en-US" sz="1800" b="0" i="0" u="none" strike="noStrike" cap="none" spc="0">
              <a:solidFill>
                <a:schemeClr val="bg1"/>
              </a:solidFill>
              <a:latin typeface="Aptos Display"/>
              <a:cs typeface="Aptos Display"/>
            </a:endParaRPr>
          </a:p>
          <a:p>
            <a:pPr>
              <a:defRPr/>
            </a:pPr>
            <a:endParaRPr lang="en-US" sz="1800" b="0" i="0" u="none" strike="noStrike" cap="none" spc="0">
              <a:solidFill>
                <a:schemeClr val="bg1"/>
              </a:solidFill>
              <a:latin typeface="Aptos Display"/>
              <a:cs typeface="Aptos Display"/>
            </a:endParaRPr>
          </a:p>
          <a:p>
            <a:pPr marL="283879" indent="-283879">
              <a:buFont typeface="Arial"/>
              <a:buChar char="•"/>
              <a:defRPr/>
            </a:pPr>
            <a:r>
              <a:rPr lang="en-US" sz="1800" b="0" i="0" u="none" strike="noStrike" cap="none" spc="0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If motor directions are reversed, swap the TB6612 motor pins in code to correct direction.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chemeClr val="tx2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26139911" name="Title 1"/>
          <p:cNvSpPr>
            <a:spLocks noGrp="1"/>
          </p:cNvSpPr>
          <p:nvPr>
            <p:ph type="title"/>
          </p:nvPr>
        </p:nvSpPr>
        <p:spPr bwMode="auto">
          <a:xfrm>
            <a:off x="0" y="2766217"/>
            <a:ext cx="12192001" cy="1325562"/>
          </a:xfrm>
        </p:spPr>
        <p:txBody>
          <a:bodyPr/>
          <a:lstStyle/>
          <a:p>
            <a:pPr algn="ctr">
              <a:defRPr/>
            </a:pPr>
            <a:r>
              <a:rPr lang="en-GB" sz="4400" b="0" i="0" u="none" strike="noStrike" cap="none" spc="0">
                <a:solidFill>
                  <a:schemeClr val="bg1"/>
                </a:solidFill>
                <a:latin typeface="Aptos Display"/>
                <a:ea typeface="Arial"/>
                <a:cs typeface="Arial"/>
              </a:rPr>
              <a:t>Car Basic Movements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chemeClr val="tx2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22759369" name="Title 1"/>
          <p:cNvSpPr>
            <a:spLocks noGrp="1"/>
          </p:cNvSpPr>
          <p:nvPr>
            <p:ph type="title"/>
          </p:nvPr>
        </p:nvSpPr>
        <p:spPr bwMode="auto">
          <a:xfrm>
            <a:off x="660161" y="35754"/>
            <a:ext cx="10515600" cy="1325561"/>
          </a:xfrm>
        </p:spPr>
        <p:txBody>
          <a:bodyPr/>
          <a:lstStyle/>
          <a:p>
            <a:pPr>
              <a:defRPr/>
            </a:pPr>
            <a:r>
              <a:rPr lang="en-GB" sz="4400" b="0" i="0" u="none" strike="noStrike" cap="none" spc="0">
                <a:solidFill>
                  <a:schemeClr val="bg1"/>
                </a:solidFill>
                <a:latin typeface="Aptos Display"/>
                <a:ea typeface="Arial"/>
                <a:cs typeface="Arial"/>
              </a:rPr>
              <a:t>Navigational Robot Car-1</a:t>
            </a:r>
            <a:endParaRPr/>
          </a:p>
        </p:txBody>
      </p:sp>
      <p:sp>
        <p:nvSpPr>
          <p:cNvPr id="1153508345" name="Content Placeholder 2"/>
          <p:cNvSpPr>
            <a:spLocks noGrp="1"/>
          </p:cNvSpPr>
          <p:nvPr>
            <p:ph idx="1"/>
          </p:nvPr>
        </p:nvSpPr>
        <p:spPr bwMode="auto">
          <a:xfrm flipH="0" flipV="0">
            <a:off x="660161" y="1032616"/>
            <a:ext cx="10515600" cy="5572569"/>
          </a:xfrm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normAutofit/>
          </a:bodyPr>
          <a:lstStyle/>
          <a:p>
            <a:pPr marL="0" indent="0">
              <a:buFont typeface="Arial"/>
              <a:buNone/>
              <a:defRPr/>
            </a:pPr>
            <a:endParaRPr/>
          </a:p>
          <a:p>
            <a:pPr marL="0" indent="0">
              <a:buFont typeface="Arial"/>
              <a:buNone/>
              <a:defRPr/>
            </a:pPr>
            <a:endParaRPr/>
          </a:p>
        </p:txBody>
      </p:sp>
      <p:graphicFrame>
        <p:nvGraphicFramePr>
          <p:cNvPr id="716623742" name=""/>
          <p:cNvGraphicFramePr>
            <a:graphicFrameLocks xmlns:a="http://schemas.openxmlformats.org/drawingml/2006/main"/>
          </p:cNvGraphicFramePr>
          <p:nvPr/>
        </p:nvGraphicFramePr>
        <p:xfrm>
          <a:off x="1967701" y="1646176"/>
          <a:ext cx="6676924" cy="4695751"/>
        </p:xfrm>
        <a:graphic>
          <a:graphicData uri="http://schemas.openxmlformats.org/drawingml/2006/table">
            <a:tbl>
              <a:tblPr firstRow="1" firstCol="1" lastRow="0" lastCol="0" bandRow="1" bandCol="0">
                <a:tableStyleId>{5C22544A-7EE6-4342-B048-85BDC9FD1C3A}</a:tableStyleId>
              </a:tblPr>
              <a:tblGrid>
                <a:gridCol w="3321680"/>
                <a:gridCol w="3342543"/>
              </a:tblGrid>
              <a:tr h="320768">
                <a:tc>
                  <a:txBody>
                    <a:bodyPr/>
                    <a:p>
                      <a:pPr>
                        <a:defRPr/>
                      </a:pPr>
                      <a:r>
                        <a:rPr sz="1400"/>
                        <a:t>Basic Movement</a:t>
                      </a:r>
                      <a:endParaRPr sz="1400"/>
                    </a:p>
                  </a:txBody>
                  <a:tcPr vert="horz"/>
                </a:tc>
                <a:tc>
                  <a:txBody>
                    <a:bodyPr/>
                    <a:p>
                      <a:pPr>
                        <a:defRPr/>
                      </a:pPr>
                      <a:endParaRPr sz="1400"/>
                    </a:p>
                  </a:txBody>
                  <a:tcPr vert="horz"/>
                </a:tc>
              </a:tr>
              <a:tr h="4362284">
                <a:tc>
                  <a:txBody>
                    <a:bodyPr/>
                    <a:p>
                      <a:pPr>
                        <a:defRPr/>
                      </a:pPr>
                      <a:r>
                        <a:rPr sz="1400"/>
                        <a:t>// Define Motor Pins</a:t>
                      </a:r>
                      <a:endParaRPr sz="1400"/>
                    </a:p>
                    <a:p>
                      <a:pPr>
                        <a:defRPr/>
                      </a:pPr>
                      <a:r>
                        <a:rPr sz="1400"/>
                        <a:t>Left1 = Digital Pin 7</a:t>
                      </a:r>
                      <a:endParaRPr sz="1400"/>
                    </a:p>
                    <a:p>
                      <a:pPr>
                        <a:defRPr/>
                      </a:pPr>
                      <a:r>
                        <a:rPr sz="1400"/>
                        <a:t>Left2 = Digital Pin 8</a:t>
                      </a:r>
                      <a:endParaRPr sz="1400"/>
                    </a:p>
                    <a:p>
                      <a:pPr>
                        <a:defRPr/>
                      </a:pPr>
                      <a:r>
                        <a:rPr sz="1400"/>
                        <a:t>Left_Speed = PWM Pin 6</a:t>
                      </a:r>
                      <a:endParaRPr sz="1400"/>
                    </a:p>
                    <a:p>
                      <a:pPr>
                        <a:defRPr/>
                      </a:pPr>
                      <a:endParaRPr sz="1400"/>
                    </a:p>
                    <a:p>
                      <a:pPr>
                        <a:defRPr/>
                      </a:pPr>
                      <a:r>
                        <a:rPr sz="1400"/>
                        <a:t>Right1 = Digital Pin 3</a:t>
                      </a:r>
                      <a:endParaRPr sz="1400"/>
                    </a:p>
                    <a:p>
                      <a:pPr>
                        <a:defRPr/>
                      </a:pPr>
                      <a:r>
                        <a:rPr sz="1400"/>
                        <a:t>Right2 = Digital Pin 4</a:t>
                      </a:r>
                      <a:endParaRPr sz="1400"/>
                    </a:p>
                    <a:p>
                      <a:pPr>
                        <a:defRPr/>
                      </a:pPr>
                      <a:r>
                        <a:rPr sz="1400"/>
                        <a:t>Right_Speed = PWM Pin 5</a:t>
                      </a:r>
                      <a:endParaRPr sz="1400"/>
                    </a:p>
                    <a:p>
                      <a:pPr>
                        <a:defRPr/>
                      </a:pPr>
                      <a:endParaRPr sz="1400"/>
                    </a:p>
                    <a:p>
                      <a:pPr>
                        <a:defRPr/>
                      </a:pPr>
                      <a:r>
                        <a:rPr sz="1400"/>
                        <a:t>setup():</a:t>
                      </a:r>
                      <a:endParaRPr sz="1400"/>
                    </a:p>
                    <a:p>
                      <a:pPr>
                        <a:defRPr/>
                      </a:pPr>
                      <a:r>
                        <a:rPr sz="1400"/>
                        <a:t>  Set all motor control pins as OUTPUT</a:t>
                      </a:r>
                      <a:endParaRPr sz="1400"/>
                    </a:p>
                    <a:p>
                      <a:pPr>
                        <a:defRPr/>
                      </a:pPr>
                      <a:endParaRPr sz="1400"/>
                    </a:p>
                    <a:p>
                      <a:pPr>
                        <a:defRPr/>
                      </a:pPr>
                      <a:r>
                        <a:rPr sz="1400"/>
                        <a:t>loop():</a:t>
                      </a:r>
                      <a:endParaRPr sz="1400"/>
                    </a:p>
                    <a:p>
                      <a:pPr>
                        <a:defRPr/>
                      </a:pPr>
                      <a:r>
                        <a:rPr sz="1400"/>
                        <a:t>  </a:t>
                      </a:r>
                      <a:r>
                        <a:rPr lang="en-US" sz="1400" b="1" i="0" u="none" strike="noStrike" cap="none" spc="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rPr>
                        <a:t>Set motor speed to medium (127)</a:t>
                      </a:r>
                      <a:endParaRPr sz="1400"/>
                    </a:p>
                    <a:p>
                      <a:pPr>
                        <a:defRPr/>
                      </a:pPr>
                      <a:r>
                        <a:rPr sz="1400"/>
                        <a:t>  forward()      // 2 sec</a:t>
                      </a:r>
                      <a:endParaRPr sz="1400"/>
                    </a:p>
                    <a:p>
                      <a:pPr>
                        <a:defRPr/>
                      </a:pPr>
                      <a:r>
                        <a:rPr sz="1400"/>
                        <a:t>  backward()     // 2 sec</a:t>
                      </a:r>
                      <a:endParaRPr sz="1400"/>
                    </a:p>
                    <a:p>
                      <a:pPr>
                        <a:defRPr/>
                      </a:pPr>
                      <a:r>
                        <a:rPr sz="1400"/>
                        <a:t>  turnRight()    // 0.5 sec</a:t>
                      </a:r>
                      <a:endParaRPr sz="1400"/>
                    </a:p>
                    <a:p>
                      <a:pPr>
                        <a:defRPr/>
                      </a:pPr>
                      <a:r>
                        <a:rPr sz="1400"/>
                        <a:t>  turnLeft()     // 0.5 sec</a:t>
                      </a:r>
                      <a:endParaRPr sz="1400"/>
                    </a:p>
                    <a:p>
                      <a:pPr>
                        <a:defRPr/>
                      </a:pPr>
                      <a:r>
                        <a:rPr sz="1400"/>
                        <a:t>  Stop()         // 1.5 sec</a:t>
                      </a:r>
                      <a:endParaRPr sz="1400"/>
                    </a:p>
                  </a:txBody>
                  <a:tcPr vert="horz"/>
                </a:tc>
                <a:tc>
                  <a:txBody>
                    <a:bodyPr/>
                    <a:p>
                      <a:pPr>
                        <a:defRPr/>
                      </a:pPr>
                      <a:r>
                        <a:rPr sz="1400"/>
                        <a:t>forward():</a:t>
                      </a:r>
                      <a:endParaRPr sz="1400"/>
                    </a:p>
                    <a:p>
                      <a:pPr>
                        <a:defRPr/>
                      </a:pPr>
                      <a:r>
                        <a:rPr sz="1400"/>
                        <a:t>  Left1=HIGH, Left2=LOW</a:t>
                      </a:r>
                      <a:endParaRPr sz="1400"/>
                    </a:p>
                    <a:p>
                      <a:pPr>
                        <a:defRPr/>
                      </a:pPr>
                      <a:r>
                        <a:rPr sz="1400"/>
                        <a:t>  Right1=HIGH, Right2=LOW</a:t>
                      </a:r>
                      <a:endParaRPr sz="1400"/>
                    </a:p>
                    <a:p>
                      <a:pPr>
                        <a:defRPr/>
                      </a:pPr>
                      <a:endParaRPr sz="1400"/>
                    </a:p>
                    <a:p>
                      <a:pPr>
                        <a:defRPr/>
                      </a:pPr>
                      <a:r>
                        <a:rPr sz="1400"/>
                        <a:t>backward():</a:t>
                      </a:r>
                      <a:endParaRPr sz="1400"/>
                    </a:p>
                    <a:p>
                      <a:pPr>
                        <a:defRPr/>
                      </a:pPr>
                      <a:r>
                        <a:rPr sz="1400"/>
                        <a:t>  Left1=LOW, Left2=HIGH</a:t>
                      </a:r>
                      <a:endParaRPr sz="1400"/>
                    </a:p>
                    <a:p>
                      <a:pPr>
                        <a:defRPr/>
                      </a:pPr>
                      <a:r>
                        <a:rPr sz="1400"/>
                        <a:t>  Right1=LOW, Right2=HIGH</a:t>
                      </a:r>
                      <a:endParaRPr sz="1400"/>
                    </a:p>
                    <a:p>
                      <a:pPr>
                        <a:defRPr/>
                      </a:pPr>
                      <a:endParaRPr sz="1400"/>
                    </a:p>
                    <a:p>
                      <a:pPr>
                        <a:defRPr/>
                      </a:pPr>
                      <a:r>
                        <a:rPr sz="1400"/>
                        <a:t>turnRight():</a:t>
                      </a:r>
                      <a:endParaRPr sz="1400"/>
                    </a:p>
                    <a:p>
                      <a:pPr>
                        <a:defRPr/>
                      </a:pPr>
                      <a:r>
                        <a:rPr sz="1400"/>
                        <a:t>  Left1=HIGH, Left2=LOW</a:t>
                      </a:r>
                      <a:endParaRPr sz="1400"/>
                    </a:p>
                    <a:p>
                      <a:pPr>
                        <a:defRPr/>
                      </a:pPr>
                      <a:r>
                        <a:rPr sz="1400"/>
                        <a:t>  Right1=LOW, Right2=HIGH</a:t>
                      </a:r>
                      <a:endParaRPr sz="1400"/>
                    </a:p>
                    <a:p>
                      <a:pPr>
                        <a:defRPr/>
                      </a:pPr>
                      <a:endParaRPr sz="1400"/>
                    </a:p>
                    <a:p>
                      <a:pPr>
                        <a:defRPr/>
                      </a:pPr>
                      <a:r>
                        <a:rPr sz="1400"/>
                        <a:t>turnLeft():</a:t>
                      </a:r>
                      <a:endParaRPr sz="1400"/>
                    </a:p>
                    <a:p>
                      <a:pPr>
                        <a:defRPr/>
                      </a:pPr>
                      <a:r>
                        <a:rPr sz="1400"/>
                        <a:t>  Left1=LOW, Left2=HIGH</a:t>
                      </a:r>
                      <a:endParaRPr sz="1400"/>
                    </a:p>
                    <a:p>
                      <a:pPr>
                        <a:defRPr/>
                      </a:pPr>
                      <a:r>
                        <a:rPr sz="1400"/>
                        <a:t>  Right1=HIGH, Right2=LOW</a:t>
                      </a:r>
                      <a:endParaRPr sz="1400"/>
                    </a:p>
                    <a:p>
                      <a:pPr>
                        <a:defRPr/>
                      </a:pPr>
                      <a:endParaRPr sz="1400"/>
                    </a:p>
                    <a:p>
                      <a:pPr>
                        <a:defRPr/>
                      </a:pPr>
                      <a:r>
                        <a:rPr sz="1400"/>
                        <a:t>Stop():</a:t>
                      </a:r>
                      <a:endParaRPr sz="1400"/>
                    </a:p>
                    <a:p>
                      <a:pPr>
                        <a:defRPr/>
                      </a:pPr>
                      <a:r>
                        <a:rPr sz="1400"/>
                        <a:t>  All pins LOW</a:t>
                      </a:r>
                      <a:endParaRPr sz="1400"/>
                    </a:p>
                  </a:txBody>
                  <a:tcPr vert="horz"/>
                </a:tc>
              </a:tr>
            </a:tbl>
          </a:graphicData>
        </a:graphic>
      </p:graphicFrame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chemeClr val="tx2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8179902" name="Title 1"/>
          <p:cNvSpPr>
            <a:spLocks noGrp="1"/>
          </p:cNvSpPr>
          <p:nvPr>
            <p:ph type="title"/>
          </p:nvPr>
        </p:nvSpPr>
        <p:spPr bwMode="auto">
          <a:xfrm>
            <a:off x="0" y="2766217"/>
            <a:ext cx="12192001" cy="1325562"/>
          </a:xfrm>
        </p:spPr>
        <p:txBody>
          <a:bodyPr/>
          <a:lstStyle/>
          <a:p>
            <a:pPr algn="ctr">
              <a:defRPr/>
            </a:pPr>
            <a:r>
              <a:rPr lang="en-GB" sz="4400" b="0" i="0" u="none" strike="noStrike" cap="none" spc="0">
                <a:solidFill>
                  <a:schemeClr val="bg1"/>
                </a:solidFill>
                <a:latin typeface="+mj-lt"/>
                <a:ea typeface="+mj-ea"/>
                <a:cs typeface="+mj-cs"/>
              </a:rPr>
              <a:t>IR Sensor Calibration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chemeClr val="tx2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02315274" name="Title 1"/>
          <p:cNvSpPr>
            <a:spLocks noGrp="1"/>
          </p:cNvSpPr>
          <p:nvPr>
            <p:ph type="title"/>
          </p:nvPr>
        </p:nvSpPr>
        <p:spPr bwMode="auto">
          <a:xfrm>
            <a:off x="660161" y="35754"/>
            <a:ext cx="10515600" cy="1325561"/>
          </a:xfrm>
        </p:spPr>
        <p:txBody>
          <a:bodyPr/>
          <a:lstStyle/>
          <a:p>
            <a:pPr>
              <a:defRPr/>
            </a:pPr>
            <a:r>
              <a:rPr lang="en-GB" sz="4400" b="0" i="0" u="none" strike="noStrike" cap="none" spc="0">
                <a:solidFill>
                  <a:schemeClr val="bg1"/>
                </a:solidFill>
                <a:latin typeface="Aptos Display"/>
                <a:ea typeface="Arial"/>
                <a:cs typeface="Arial"/>
              </a:rPr>
              <a:t>Navigational Robot Car-1</a:t>
            </a:r>
            <a:endParaRPr/>
          </a:p>
        </p:txBody>
      </p:sp>
      <p:sp>
        <p:nvSpPr>
          <p:cNvPr id="1113006494" name="Content Placeholder 2"/>
          <p:cNvSpPr>
            <a:spLocks noGrp="1"/>
          </p:cNvSpPr>
          <p:nvPr>
            <p:ph idx="1"/>
          </p:nvPr>
        </p:nvSpPr>
        <p:spPr bwMode="auto">
          <a:xfrm flipH="0" flipV="0">
            <a:off x="660161" y="1269302"/>
            <a:ext cx="10515600" cy="4677144"/>
          </a:xfrm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normAutofit/>
          </a:bodyPr>
          <a:lstStyle/>
          <a:p>
            <a:pPr>
              <a:defRPr/>
            </a:pPr>
            <a:r>
              <a:rPr lang="en-GB" sz="2800" b="0" i="0" u="none" strike="noStrike" cap="none" spc="0">
                <a:solidFill>
                  <a:schemeClr val="bg1"/>
                </a:solidFill>
                <a:latin typeface="Aptos Display"/>
                <a:ea typeface="Arial"/>
                <a:cs typeface="Arial"/>
              </a:rPr>
              <a:t>IR Sensor Calibration</a:t>
            </a:r>
            <a:endParaRPr/>
          </a:p>
          <a:p>
            <a:pPr marL="0" indent="0">
              <a:buFont typeface="Arial"/>
              <a:buNone/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chemeClr val="tx2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01900053" name="Title 1"/>
          <p:cNvSpPr>
            <a:spLocks noGrp="1"/>
          </p:cNvSpPr>
          <p:nvPr>
            <p:ph type="title"/>
          </p:nvPr>
        </p:nvSpPr>
        <p:spPr bwMode="auto">
          <a:xfrm>
            <a:off x="0" y="2766217"/>
            <a:ext cx="12192001" cy="1325562"/>
          </a:xfrm>
        </p:spPr>
        <p:txBody>
          <a:bodyPr/>
          <a:lstStyle/>
          <a:p>
            <a:pPr algn="ctr">
              <a:defRPr/>
            </a:pPr>
            <a:r>
              <a:rPr lang="en-GB" sz="4400" b="0" i="0" u="none" strike="noStrike" cap="none" spc="0">
                <a:solidFill>
                  <a:schemeClr val="bg1"/>
                </a:solidFill>
                <a:latin typeface="+mj-lt"/>
                <a:ea typeface="+mj-ea"/>
                <a:cs typeface="+mj-cs"/>
              </a:rPr>
              <a:t>IR Obstacle Mode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chemeClr val="tx2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84131529" name="Title 1"/>
          <p:cNvSpPr>
            <a:spLocks noGrp="1"/>
          </p:cNvSpPr>
          <p:nvPr>
            <p:ph type="title"/>
          </p:nvPr>
        </p:nvSpPr>
        <p:spPr bwMode="auto">
          <a:xfrm>
            <a:off x="660161" y="35754"/>
            <a:ext cx="10515600" cy="1325561"/>
          </a:xfrm>
        </p:spPr>
        <p:txBody>
          <a:bodyPr/>
          <a:lstStyle/>
          <a:p>
            <a:pPr>
              <a:defRPr/>
            </a:pPr>
            <a:r>
              <a:rPr lang="en-GB" sz="4400" b="0" i="0" u="none" strike="noStrike" cap="none" spc="0">
                <a:solidFill>
                  <a:schemeClr val="bg1"/>
                </a:solidFill>
                <a:latin typeface="Aptos Display"/>
                <a:ea typeface="Arial"/>
                <a:cs typeface="Arial"/>
              </a:rPr>
              <a:t>Navigational Robot Car-1</a:t>
            </a:r>
            <a:endParaRPr/>
          </a:p>
        </p:txBody>
      </p:sp>
      <p:sp>
        <p:nvSpPr>
          <p:cNvPr id="1374200459" name="Content Placeholder 2"/>
          <p:cNvSpPr>
            <a:spLocks noGrp="1"/>
          </p:cNvSpPr>
          <p:nvPr>
            <p:ph idx="1"/>
          </p:nvPr>
        </p:nvSpPr>
        <p:spPr bwMode="auto">
          <a:xfrm flipH="0" flipV="0">
            <a:off x="660161" y="1269302"/>
            <a:ext cx="10515600" cy="4677144"/>
          </a:xfrm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normAutofit/>
          </a:bodyPr>
          <a:lstStyle/>
          <a:p>
            <a:pPr marL="0" indent="0">
              <a:buFont typeface="Arial"/>
              <a:buNone/>
              <a:defRPr/>
            </a:pPr>
            <a:endParaRPr/>
          </a:p>
          <a:p>
            <a:pPr marL="0" indent="0">
              <a:buFont typeface="Arial"/>
              <a:buNone/>
              <a:defRPr/>
            </a:pPr>
            <a:endParaRPr/>
          </a:p>
        </p:txBody>
      </p:sp>
      <p:graphicFrame>
        <p:nvGraphicFramePr>
          <p:cNvPr id="1691268944" name=""/>
          <p:cNvGraphicFramePr>
            <a:graphicFrameLocks xmlns:a="http://schemas.openxmlformats.org/drawingml/2006/main"/>
          </p:cNvGraphicFramePr>
          <p:nvPr/>
        </p:nvGraphicFramePr>
        <p:xfrm>
          <a:off x="840944" y="1146761"/>
          <a:ext cx="7714662" cy="4650983"/>
        </p:xfrm>
        <a:graphic>
          <a:graphicData uri="http://schemas.openxmlformats.org/drawingml/2006/table">
            <a:tbl>
              <a:tblPr firstRow="1" firstCol="1" lastRow="0" lastCol="0" bandRow="1" bandCol="0">
                <a:tableStyleId>{5C22544A-7EE6-4342-B048-85BDC9FD1C3A}</a:tableStyleId>
              </a:tblPr>
              <a:tblGrid>
                <a:gridCol w="4410000"/>
                <a:gridCol w="4128736"/>
              </a:tblGrid>
              <a:tr h="253440"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defRPr/>
                      </a:pPr>
                      <a:r>
                        <a:rPr/>
                        <a:t>IR-based Motor Control</a:t>
                      </a:r>
                      <a:endParaRPr/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defRPr/>
                      </a:pPr>
                      <a:endParaRPr/>
                    </a:p>
                  </a:txBody>
                  <a:tcPr vert="horz"/>
                </a:tc>
              </a:tr>
              <a:tr h="4272524"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defRPr/>
                      </a:pPr>
                      <a:r>
                        <a:rPr sz="1200"/>
                        <a:t>setup()</a:t>
                      </a:r>
                      <a:endParaRPr sz="1200"/>
                    </a:p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defRPr/>
                      </a:pPr>
                      <a:r>
                        <a:rPr sz="1200"/>
                        <a:t>  Set motor control pins (PWM and direction) as OUTPUT</a:t>
                      </a:r>
                      <a:endParaRPr sz="1200"/>
                    </a:p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defRPr/>
                      </a:pPr>
                      <a:r>
                        <a:rPr sz="1200"/>
                        <a:t>  Initialize Serial communication</a:t>
                      </a:r>
                      <a:endParaRPr sz="1200"/>
                    </a:p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defRPr/>
                      </a:pPr>
                      <a:endParaRPr sz="1200"/>
                    </a:p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defRPr/>
                      </a:pPr>
                      <a:r>
                        <a:rPr sz="1200"/>
                        <a:t>loop()</a:t>
                      </a:r>
                      <a:endParaRPr sz="1200"/>
                    </a:p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defRPr/>
                      </a:pPr>
                      <a:r>
                        <a:rPr sz="1200"/>
                        <a:t>  Set motor speed to medium (127)</a:t>
                      </a:r>
                      <a:endParaRPr sz="1200"/>
                    </a:p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defRPr/>
                      </a:pPr>
                      <a:endParaRPr sz="1200"/>
                    </a:p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defRPr/>
                      </a:pPr>
                      <a:r>
                        <a:rPr sz="1200"/>
                        <a:t>  Read sensor A1 → ir_c1</a:t>
                      </a:r>
                      <a:endParaRPr sz="1200"/>
                    </a:p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defRPr/>
                      </a:pPr>
                      <a:r>
                        <a:rPr sz="1200"/>
                        <a:t>  Read sensor A2 → ir_c2</a:t>
                      </a:r>
                      <a:endParaRPr sz="1200"/>
                    </a:p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defRPr/>
                      </a:pPr>
                      <a:r>
                        <a:rPr sz="1200"/>
                        <a:t>  Print ir_c1 and ir_c2</a:t>
                      </a:r>
                      <a:endParaRPr sz="1200"/>
                    </a:p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defRPr/>
                      </a:pPr>
                      <a:endParaRPr sz="1200"/>
                    </a:p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defRPr/>
                      </a:pPr>
                      <a:r>
                        <a:rPr sz="1200"/>
                        <a:t>  if both sensors detect line (ir_c1 == 0 AND ir_c2 == 0):</a:t>
                      </a:r>
                      <a:endParaRPr sz="1200"/>
                    </a:p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defRPr/>
                      </a:pPr>
                      <a:r>
                        <a:rPr sz="1200"/>
                        <a:t>    move forward</a:t>
                      </a:r>
                      <a:endParaRPr sz="1200"/>
                    </a:p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defRPr/>
                      </a:pPr>
                      <a:endParaRPr sz="1200"/>
                    </a:p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defRPr/>
                      </a:pPr>
                      <a:r>
                        <a:rPr sz="1200"/>
                        <a:t>  else:</a:t>
                      </a:r>
                      <a:endParaRPr sz="1200"/>
                    </a:p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defRPr/>
                      </a:pPr>
                      <a:r>
                        <a:rPr sz="1200"/>
                        <a:t>    stop</a:t>
                      </a:r>
                      <a:endParaRPr sz="1000"/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defRPr/>
                      </a:pPr>
                      <a:r>
                        <a:rPr sz="1200"/>
                        <a:t>forward()</a:t>
                      </a:r>
                      <a:endParaRPr sz="1200"/>
                    </a:p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defRPr/>
                      </a:pPr>
                      <a:r>
                        <a:rPr sz="1200"/>
                        <a:t>  Set left motor direction forward</a:t>
                      </a:r>
                      <a:endParaRPr sz="1200"/>
                    </a:p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defRPr/>
                      </a:pPr>
                      <a:r>
                        <a:rPr sz="1200"/>
                        <a:t>  Set right motor direction forward</a:t>
                      </a:r>
                      <a:endParaRPr sz="1200"/>
                    </a:p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defRPr/>
                      </a:pPr>
                      <a:endParaRPr sz="1200"/>
                    </a:p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defRPr/>
                      </a:pPr>
                      <a:r>
                        <a:rPr sz="1200"/>
                        <a:t>backward()</a:t>
                      </a:r>
                      <a:endParaRPr sz="1200"/>
                    </a:p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defRPr/>
                      </a:pPr>
                      <a:r>
                        <a:rPr sz="1200"/>
                        <a:t>  Set left motor direction backward</a:t>
                      </a:r>
                      <a:endParaRPr sz="1200"/>
                    </a:p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defRPr/>
                      </a:pPr>
                      <a:r>
                        <a:rPr sz="1200"/>
                        <a:t>  Set right motor direction backward</a:t>
                      </a:r>
                      <a:endParaRPr sz="1200"/>
                    </a:p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defRPr/>
                      </a:pPr>
                      <a:endParaRPr sz="1200"/>
                    </a:p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defRPr/>
                      </a:pPr>
                      <a:r>
                        <a:rPr sz="1200"/>
                        <a:t>turnRight()</a:t>
                      </a:r>
                      <a:endParaRPr sz="1200"/>
                    </a:p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defRPr/>
                      </a:pPr>
                      <a:r>
                        <a:rPr sz="1200"/>
                        <a:t>  Set left motor forward</a:t>
                      </a:r>
                      <a:endParaRPr sz="1200"/>
                    </a:p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defRPr/>
                      </a:pPr>
                      <a:r>
                        <a:rPr sz="1200"/>
                        <a:t>  Set right motor backward</a:t>
                      </a:r>
                      <a:endParaRPr sz="1200"/>
                    </a:p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defRPr/>
                      </a:pPr>
                      <a:endParaRPr sz="1200"/>
                    </a:p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defRPr/>
                      </a:pPr>
                      <a:r>
                        <a:rPr sz="1200"/>
                        <a:t>turnLeft()</a:t>
                      </a:r>
                      <a:endParaRPr sz="1200"/>
                    </a:p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defRPr/>
                      </a:pPr>
                      <a:r>
                        <a:rPr sz="1200"/>
                        <a:t>  Set left motor backward</a:t>
                      </a:r>
                      <a:endParaRPr sz="1200"/>
                    </a:p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defRPr/>
                      </a:pPr>
                      <a:r>
                        <a:rPr sz="1200"/>
                        <a:t>  Set right motor forward</a:t>
                      </a:r>
                      <a:endParaRPr sz="1200"/>
                    </a:p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defRPr/>
                      </a:pPr>
                      <a:endParaRPr sz="1200"/>
                    </a:p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defRPr/>
                      </a:pPr>
                      <a:r>
                        <a:rPr sz="1200"/>
                        <a:t>Stop()</a:t>
                      </a:r>
                      <a:endParaRPr sz="1200"/>
                    </a:p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defRPr/>
                      </a:pPr>
                      <a:r>
                        <a:rPr sz="1200"/>
                        <a:t>  Stop both left and right motors</a:t>
                      </a:r>
                      <a:endParaRPr/>
                    </a:p>
                  </a:txBody>
                  <a:tcPr vert="horz"/>
                </a:tc>
              </a:tr>
            </a:tbl>
          </a:graphicData>
        </a:graphic>
      </p:graphicFrame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theme/_rels/theme1.xml.rels><?xml version="1.0" encoding="UTF-8" standalone="yes"?><Relationships xmlns="http://schemas.openxmlformats.org/package/2006/relationships"></Relationships>
</file>

<file path=ppt/theme/_rels/theme2.xml.rels><?xml version="1.0" encoding="UTF-8" standalone="yes"?><Relationships xmlns="http://schemas.openxmlformats.org/package/2006/relationships"></Relationships>
</file>

<file path=ppt/theme/theme1.xml><?xml version="1.0" encoding="utf-8"?>
<a:theme xmlns:a="http://schemas.openxmlformats.org/drawingml/2006/main" xmlns:r="http://schemas.openxmlformats.org/officeDocument/2006/relationships" xmlns:p="http://schemas.openxmlformats.org/presentationml/2006/main" name="Office Theme">
  <a:themeElements>
    <a:clrScheme name="ZASRobotics">
      <a:dk1>
        <a:sysClr val="windowText" lastClr="000000"/>
      </a:dk1>
      <a:lt1>
        <a:sysClr val="window" lastClr="FFFFFF"/>
      </a:lt1>
      <a:dk2>
        <a:srgbClr val="0E2841"/>
      </a:dk2>
      <a:lt2>
        <a:srgbClr val="8ECAE6"/>
      </a:lt2>
      <a:accent1>
        <a:srgbClr val="219EBC"/>
      </a:accent1>
      <a:accent2>
        <a:srgbClr val="8ECAE6"/>
      </a:accent2>
      <a:accent3>
        <a:srgbClr val="023047"/>
      </a:accent3>
      <a:accent4>
        <a:srgbClr val="FF715B"/>
      </a:accent4>
      <a:accent5>
        <a:srgbClr val="F9CB40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/>
        <a:ea typeface="Arial"/>
        <a:cs typeface="Arial"/>
      </a:majorFont>
      <a:minorFont>
        <a:latin typeface="Aptos"/>
        <a:ea typeface="Arial"/>
        <a:cs typeface="Arial"/>
      </a:minorFont>
    </a:fontScheme>
    <a:fmtScheme name="Office">
      <a:fillStyleLst>
        <a:solidFill>
          <a:schemeClr val="phClr"/>
        </a:solidFill>
        <a:gradFill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 bwMode="auto"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</a:theme>
</file>

<file path=ppt/theme/theme2.xml><?xml version="1.0" encoding="utf-8"?>
<a:theme xmlns:a="http://schemas.openxmlformats.org/drawingml/2006/main" xmlns:r="http://schemas.openxmlformats.org/officeDocument/2006/relationships" xmlns:p="http://schemas.openxmlformats.org/presentationml/2006/main" name="Office Theme">
  <a:themeElements>
    <a:clrScheme name="ZASRobotics">
      <a:dk1>
        <a:sysClr val="windowText" lastClr="000000"/>
      </a:dk1>
      <a:lt1>
        <a:sysClr val="window" lastClr="FFFFFF"/>
      </a:lt1>
      <a:dk2>
        <a:srgbClr val="0E2841"/>
      </a:dk2>
      <a:lt2>
        <a:srgbClr val="8ECAE6"/>
      </a:lt2>
      <a:accent1>
        <a:srgbClr val="219EBC"/>
      </a:accent1>
      <a:accent2>
        <a:srgbClr val="8ECAE6"/>
      </a:accent2>
      <a:accent3>
        <a:srgbClr val="023047"/>
      </a:accent3>
      <a:accent4>
        <a:srgbClr val="FF715B"/>
      </a:accent4>
      <a:accent5>
        <a:srgbClr val="F9CB40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 Display"/>
        <a:ea typeface="Arial"/>
        <a:cs typeface="Arial"/>
      </a:majorFont>
      <a:minorFont>
        <a:latin typeface="Aptos"/>
        <a:ea typeface="Arial"/>
        <a:cs typeface="Arial"/>
      </a:minorFont>
    </a:fontScheme>
    <a:fmtScheme name="Office">
      <a:fillStyleLst>
        <a:solidFill>
          <a:schemeClr val="phClr"/>
        </a:solidFill>
        <a:gradFill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 bwMode="auto"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ONLYOFFICE/8.3.3.21</Application>
  <PresentationFormat>On-screen Show (4:3)</PresentationFormat>
  <Paragraphs>0</Paragraphs>
  <Slides>13</Slides>
  <Notes>13</Notes>
  <HiddenSlides>0</HiddenSlides>
  <MMClips>2</MMClips>
  <ScaleCrop>0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4" baseType="lpstr">
      <vt:lpstr>Theme 1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/>
  <LinksUpToDate>0</LinksUpToDate>
  <SharedDoc>0</SharedDoc>
  <HyperlinksChanged>0</HyperlinksChanged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Fakruddin Mohammed</dc:creator>
  <cp:lastModifiedBy/>
  <cp:revision>4</cp:revision>
  <dcterms:created xsi:type="dcterms:W3CDTF">2025-11-15T20:03:39Z</dcterms:created>
  <dcterms:modified xsi:type="dcterms:W3CDTF">2025-11-22T13:15:26Z</dcterms:modified>
</cp:coreProperties>
</file>