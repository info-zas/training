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4" r:id="rId4"/>
    <p:sldId id="561" r:id="rId5"/>
    <p:sldId id="562" r:id="rId6"/>
    <p:sldId id="558" r:id="rId7"/>
    <p:sldId id="563" r:id="rId8"/>
    <p:sldId id="556" r:id="rId9"/>
    <p:sldId id="557" r:id="rId10"/>
    <p:sldId id="559" r:id="rId11"/>
    <p:sldId id="547" r:id="rId12"/>
    <p:sldId id="549" r:id="rId13"/>
    <p:sldId id="534" r:id="rId14"/>
    <p:sldId id="551" r:id="rId15"/>
    <p:sldId id="552" r:id="rId16"/>
    <p:sldId id="554" r:id="rId17"/>
    <p:sldId id="553" r:id="rId18"/>
    <p:sldId id="564" r:id="rId19"/>
    <p:sldId id="539" r:id="rId20"/>
    <p:sldId id="540" r:id="rId21"/>
    <p:sldId id="4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94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9:51:15.2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208 136 1856,'0'0'2494,"0"-2"-2912,0 1 415,0 1 0,0-1 0,0 1 1,0-1-1,0 1 0,0-1 1,-1 1-1,1-1 0,0 1 0,0 0 1,0-1-1,-1 1 0,1-1 1,0 1-1,-1-1 0,1 1 0,0 0 1,-1-1-1,1 1 0,0 0 1,-1 0-1,1-1 0,-1 1 0,1 0 1,0 0-1,-1-1 0,1 1 1,-1 0-1,1 0 0,-1 0 1,1 0-1,-1 0 0,1 0 0,-1 0 1,-16 0 259,14 0-163,-106 0 2912,72-12-2846,7-21 1573,38 34 1767,18-2-3279,-6 0-53,225 3 318,318-7 1175,-484 1-1591,221-7 236,-250 11-303,572-17 194,-534 13-169,-50 3 9,63-9 0,21-12 36,-108 18-374,-25 4-943,-27 3-77,4-2-871,-52 9 1,19 0-2321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0:45.4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4191 1137 2681,'-5'-11'11017,"3"6"-10939,-35-104 2756,24 69-2439,10 30-307,0 1 0,0-1 0,-7-13 0,-13-11 77,0 1 0,-2 1 1,-2 1-1,-44-40 0,-9-10 167,-89-94 265,144 153-572,0 1 1,-56-34-1,-81-28 3,127 66-28,1 1 0,-2 2 0,-59-15 0,16 4 49,-29-5-86,-220-33-1,188 41 75,-159-16-61,208 28 17,-413-7 0,402 17 6,-10 8 10,12 0-2,-39-1-16,-39 1-1,-245 23 37,108-16 1,58-6-35,255-9-76,1 0 0,-1 0 0,1 0 0,-1 0 0,1 1 0,-1-1 0,1 0 0,-1 1 0,1-1-1,0 1 1,-1-1 0,1 1 0,0 0 0,-1 0 0,1-1 0,0 1 0,0 0 0,-2 2 0,3-2-83,0 0 1,0 0-1,0 0 1,0 0 0,0 0-1,0 0 1,0 0-1,0 0 1,0 0-1,1 0 1,-1 0 0,0 0-1,1 0 1,-1 0-1,1-1 1,-1 1-1,1 0 1,0 0 0,-1 0-1,1-1 1,0 1-1,-1 0 1,1-1 0,0 1-1,0 0 1,0-1-1,-1 1 1,2-1-1,18 15-5049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0:47.3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349 38 2681,'0'0'3619,"4"0"-3115,5 0-434,-7 1 123,1-1 0,-1 0 0,0 0 0,0 0 0,1 0 0,-1 0 0,0 0 0,1 0 0,-1-1 0,0 1 0,0-1 0,0 0 0,0 0 0,1 0 0,-1 0 0,0 0 0,-1 0 0,1 0 0,3-3 0,9-8 581,0 0-704,-13 10 627,-7 4 912,-17 10-1196,-39 29 1,10-7-272,31-19-46,1 1 1,0 1-1,-27 30 1,44-44-87,-11 12 58,8-8-28,-1 1-1,0-1 1,0 0 0,-1-1 0,0 1-1,0-2 1,-1 1 0,1-1 0,-1 0-1,-12 4 1,13-7 3,-2 2 19,0-2 0,1 1 0,-1-1 0,-13 1 1590,53-3-1635,-22 0-15,-3 0 0,1 2 1,-1-1-1,0 1 1,1-1 0,-1 2-1,0-1 1,0 0-1,0 1 1,0 0-1,8 7 1,14 7 7,0-7 12,0 0-1,0-2 0,1 0 1,0-2-1,32 2 0,1 2 105,-15 1-86,0 3 1,65 28-1,-89-33-37,-18-8-8,5 3 8,0 0 1,-1-1-1,1 0 0,0-1 0,0 0 1,0-1-1,15 1 0,-22-1-16,-2 0-19,0-1 1,1 0 0,-1 1-1,0-1 1,0 0 0,1 0-1,-1 1 1,0-1-1,0 1 1,1-1 0,-1 0-1,0 1 1,0-1-1,0 0 1,0 1 0,0-1-1,0 1 1,1-1 0,-1 0-1,0 1 1,0-1-1,0 1 1,0-1 0,0 1-1,0-1 1,-1 0-1,1 1 1,0-1 0,0 1-1,0-1 1,0 0-1,0 1 1,-1-1 0,1 0-1,0 1 1,0-1 0,-1 0-1,1 1 1,0-1-1,0 0 1,-1 1 0,1-1-1,0 0 1,-1 0-1,1 1 1,0-1 0,-1 0-1,1 0 1,-1 0-1,1 0 1,0 0 0,-1 1-1,1-1 1,-1 0 0,-1 1-296,-17 11-2296,-5 3-2367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0:54.6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4109 848 472,'0'0'2234,"-5"0"-929,-23-1 8579,17 2-10955,-24 10 1847,18-7-349,-7 8 418,-16 5-718,35-14-102,-1 0 0,1 1-1,-1 0 1,1 0 0,0 0 0,-4 5-1,-11 8 25,3-7 48,0 0 1,0-1 0,-35 11-1,-21 12 14,54-24-57,-1-1-1,0-1 1,0 0 0,-1-2-1,0 0 1,0-2 0,-27 1-1,-4 1-54,-514 11 430,371-17-166,5-7 29,62-6-22,50 3-200,-76-14 57,16-3-20,120 25-106,-18-4 95,1-2 1,1-1 0,0-1-1,-57-30 1,-65-31-57,114 55-36,0-1 1,1-2-1,-44-30 0,28 12 21,-1 3 0,-92-42 0,114 59-21,1-1 0,-38-29 0,37 24 2,-64-33 0,-74-18 9,105 49 0,2-3 0,1-2 0,-64-44 0,-12-11-14,117 76-12,0 1 0,-1 1-1,0 2 1,-50-9 0,67 15 12,8 1-15,0 1-1,0-1 0,0 0 0,0 0 1,-1-1-1,1 1 0,0 0 0,0 0 1,0 0-1,0-1 0,0 1 1,0 0-1,0-1 0,0 1 0,0-1 1,0 0-1,0 1 0,0-1 1,0 0-1,0 1 0,0-1 0,0 0 1,0 0-1,0-2 0,17 4-1707,-9 0 1123,0 0 0,-1 1-1,1 0 1,-1 0-1,0 0 1,0 1-1,8 4 1,14 7-5188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0:56.0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490 23 3241,'0'0'3476,"4"-3"-3308,-3 1-93,0 0-27,0 1 0,0 0 0,0 0 0,1-1 0,-1 1 0,0 0 0,0 0 0,1 0-1,10-5 4718,-48 6-3673,6 0-795,0 0-1,0 2 1,0 2 0,-56 12-1,49-7-148,0-2-1,-38 3 1,10-2-11,3-1 1581,62-6-1717,1 0-1,-1 0 1,0 0-1,1 0 1,-1 0-1,1 0 1,-1 0 0,1 0-1,0 0 1,-1-1-1,1 1 1,0 0 0,0 0-1,0 0 1,0 0-1,11 6 4,-1 1 0,-1 0 0,1 1 0,-2 0 0,1 1 0,-1 0 0,-1 0 0,14 20 0,-3 5 25,26 58 1,-35-68 21,-4-17-39,0 0 0,0 0 0,0 0 1,1-1-1,0 1 0,1-2 1,-1 1-1,1-1 0,1 0 0,-1-1 1,12 6-1,16 12 66,-35-22-114,0 0 0,0 0 0,1-1 0,-1 1 0,0 0 0,0-1 1,0 1-1,0-1 0,1 1 0,-1-1 0,0 0 0,0 0 0,1 1 0,-1-1 0,0 0 0,1 0 0,-1 0 0,0 0 0,0-1 0,1 1 0,1-1 0,9-9-3802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0:59.8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6214 0 2513,'0'0'6769,"-1"28"-5301,-1-22-1339,-1 1-1,0-1 0,-1-1 1,1 1-1,-1 0 1,0-1-1,-1 0 0,-6 7 1,-1 1 90,-32 35 329,-3-2-1,-77 59 0,101-87-354,4-5-104,0-1 0,-1-1-1,0-1 1,-1-1 0,-33 11-1,-11 5-10,-41 16 62,-39 17 41,70-23-114,-2-3 0,-106 29-1,50-21-15,-76 19 32,-121 27 231,159-38-191,12-8-54,-209 25 1,257-52-74,-449 42 50,93-20 85,-88-4 337,51 5-434,194-8 14,-52-7-54,176-17 4,153-2 1,1-1-1,-63 10-1,-279 36 8,256-36-4,107-11-7,9 0 0,0-1 0,0 1 0,0 0 0,0 1 0,-1-1 0,1 0 0,0 1 1,0-1-1,0 1 0,0-1 0,0 1 0,-3 2 0,4-3-160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01.0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483 1 1672,'-3'3'9821,"-16"12"-9467,-44 16 152,1 2 0,-74 52 1,-15 30 179,103-87-274,47-28-380,5-2 138,0 0-1,0 1 1,1-1-1,-1 1 0,0 0 1,1 0-1,-1 0 0,7 0 1,262 1-44,-263 1-122,0 1 0,0 0 0,-1 0 0,1 1 0,-1 1 0,0-1 0,14 9 0,34 12 3,-42-20-22,2 1 16,1 0 1,0-2-1,-1 0 0,27 1 0,-44-4-13,0 0 0,0 0 1,0 0-1,0 0 1,1 0-1,-1 0 0,0 0 1,0 0-1,0 1 0,0-1 1,0 0-1,0 0 0,1 0 1,-1 0-1,0 0 0,0 0 1,0 0-1,0 0 1,0 0-1,0 0 0,1 0 1,-1 1-1,0-1 0,0 0 1,0 0-1,0 0 0,0 0 1,0 0-1,0 0 0,0 1 1,0-1-1,0 0 0,0 0 1,0 0-1,0 0 1,0 0-1,0 1 0,0-1 1,0 0-1,0 0 0,0 0 1,0 0-1,0 0 0,0 1 1,0-1-1,0 0 0,0 0 1,0 0-1,0 0 0,0 0 1,0 1-1,-9 6-2536,-10-2-122,-1-4-2722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57.8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1640,'0'0'9008,"0"31"-8260,0 24 121,2-1 0,13 69 0,-12-96-651,-1-1-1,-1 41 1,-2-46-130,1-1 0,0 0 0,2 0 0,0 1 0,9 31 1,-4-26 15,-1 1 1,4 53 0,-9-59-50,1-1 1,1 1 0,1 0 0,1-1-1,1 0 1,10 24 0,-6-17-26,0 1 1,-1-1-1,-2 1 1,-1 1 0,2 29-1,-3-20 35,2-1-1,14 43 1,-7-42-13,-6-17 31,0 0 1,7 37 0,-12-15-415,-3-147-8476,0 70 1520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2:43.7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53 3667 1768,'0'0'4467,"-32"-3"-1535,31 3-2834,0 0-1,0 0 1,0 0-1,0 0 1,0-1-1,0 1 1,0 0-1,0-1 1,0 1-1,0-1 0,0 1 1,0-1-1,0 1 1,1-1-1,-1 0 1,0 1-1,0-1 1,1 0-1,-1 0 1,0 0-1,1 0 1,-2-1-1,2 1-63,0 0 1,0 0-1,0 0 0,0 0 1,1 0-1,-1 0 0,0 1 1,0-1-1,1 0 0,-1 0 1,1 0-1,-1 0 0,1 0 1,-1 0-1,1 1 0,-1-1 0,1 0 1,0 0-1,1 0 0,7-8-102,1 2 0,0-1 0,13-6 0,-10 5 301,147-110 18,45-29 53,160-123 178,-127 86-77,-235 182-405,580-390 625,-5 50-441,-232 151 53,45-27-74,-234 121-55,18-13 110,240-113 0,-162 113-203,2-6 30,-36 14-26,159-73 4,36-15 38,-247 123-14,4 9 0,233-51 0,86 5-16,-81-3 52,-225 54-6,-142 42-75,-22 5-1,0 1 0,0 1 0,1 1 1,-1 1-1,24 0 0,177-7-9,-174 4 50,-46 6 10,-1 0-123,0-1 41,-1 0 1,1 0-1,0 0 0,-1 0 1,1 0-1,-1 0 0,1 0 1,-1 0-1,0 0 0,1 0 1,-1 0-1,0 1 0,0-1 1,0 0-1,1 1 0,-1-1 1,0 0-1,0 1 0,0-1 1,0 1-1,0-1 1,0 1-1,0 0 0,0-1 1,0 1-1,0 0 0,0 0 1,-1 0-1,0 0 0,-36-3-3461,35 3 2830,-14 0-3242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2:44.8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2697,'0'0'6460,"19"0"-4261,164 11-525,5 0-842,-1-5-375,-19 0 341,-196-6-566,23 0-227,-1 1 1,1-1-1,0 1 1,0 0-1,0 1 1,0-1 0,0 1-1,0 0 1,1 0-1,-1 1 1,0-1 0,1 1-1,-7 5 1,-3 5 29,0 0 0,-17 23 1,-7 5-6,2-5-20,1 1-1,2 2 0,2 1 1,-48 83-1,75-119 5,3-3-1,1 0-1,-1-1 0,0 1 0,0 0 0,0 0 1,1 0-1,-1 0 0,1 0 0,-1 0 1,1 0-1,-1 0 0,1 0 0,-1 1 1,1-1-1,0 0 0,0 0 0,-1 0 1,1 3 505,-12-8-1228,-26-8-4071,19 3-2458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2:48.6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72 728,'0'0'11445,"0"-29"-10770,0 25-656,0 3-11,0-23 182,0 20 1055,0-5-4490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2:54.7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2000 1192,'2'-7'10849,"7"-26"-10515,0 14-202,2 0 0,0 1 1,1 0-1,0 1 0,2 0 1,0 2-1,22-20 0,125-92 255,-52 45-125,61-49 194,280-166 0,-328 224-243,206-112 38,-101 73-152,262-115 118,105 13-125,-251 84-44,-201 72-7,221-60-1,-355 116-39,26-6 28,-1-1-1,45-18 1,-72 26-26,-2 1 1,-4 0-10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2:55.7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26 3713,'0'0'5638,"-1"0"-5609,1 0 1,0 0-1,0 0 0,0 0 0,0 0 0,0-1 0,0 1 0,0 0 0,0 0 0,0 0 0,0 0 0,0-1 1,0 1-1,0 0 0,0 0 0,0 0 0,0 0 0,0-1 0,0 1 0,0 0 0,0 0 0,0 0 1,0 0-1,0-1 0,0 1 0,0 0 0,0 0 0,0 0 0,0 0 0,0 0 0,0-1 0,0 1 0,0 0 1,1 0-1,-1 0 0,0 0 0,0 0 0,0 0 0,0 0 0,0-1 0,1 1 0,-1 0 0,0 0 1,0 0-1,0 0 0,0 0 0,0 0 0,1 0 0,-1 0 0,0 0 0,0 0 0,0 0 0,0 0 0,1 0 1,-1 0-1,0 0 0,0 0 0,0 0 0,1 0 0,58 1 1095,3 0-523,1-3 0,69-10 0,-98 8-459,1 1 0,44 3 0,-33 1-66,-30 4 14,-16-5-90,1 0 0,-1 0 0,0 0 0,1 1 0,-1-1 1,1 0-1,-1 0 0,0 1 0,1-1 0,-1 0 0,0 1 0,1-1 1,-1 1-1,0-1 0,1 0 0,-1 1 0,0-1 0,0 1 0,0-1 1,1 1-1,-1-1 0,0 0 0,0 1 0,0-1 0,0 1 0,0-1 0,0 1 1,0-1-1,0 1 0,0-1 0,0 1 0,0-1 0,0 2 0,-6 8 92,0 0 0,0-1 0,-13 16 0,-9 14 79,0 8-107,3 0 0,1 2 0,3 0 0,-22 78 0,35-102-35,5-19 11,1 1-1,0 0 0,0 1 1,1-1-1,-2 14 1,3-21-53,-1 1 0,1-1 0,-1 1 0,1 0 0,-1-1 1,1 1-1,-1-1 0,1 0 0,-1 1 0,0-1 0,1 1 1,-1-1-1,1 0 0,-1 0 0,0 1 0,1-1 0,-1 0 1,0 0-1,0 0 0,1 0 0,-1 0 0,0 0 0,1 0 0,-1 0 1,0 0-1,1 0 0,-1 0 0,0 0 0,0 0 0,0-1 1,0 1-101,-16 0-1609,0 3-1900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3:07.5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557 34 1816,'0'0'4029,"-4"-4"-3459,-16-22 382,16 25-729,-1 0 0,1 0-1,0 1 1,-1-1 0,1 1 0,-1 0 0,1 1 0,-6 0 0,0 0-94,1-1-43,1 1 0,-1 1 1,0-1-1,1 1 0,-1 1 0,1 0 1,0 0-1,0 0 0,0 1 0,0 1 0,-8 5 1,-10 9 229,-40 37 0,53-44-217,-4 4 203,-24 32-1,22-24-140,2-3 99,1 1 0,0 1 1,2 0-1,0 1 0,2 1 0,1 0 0,-9 29 1,16-39-175,1 1 0,1 0 0,-1 28 0,3-32-12,-1 0-1,0 0 1,0 0-1,-1 0 0,0 0 1,-1-1-1,-1 1 1,0-1-1,-6 13 1,5-15-33,1 2 0,0-1 1,0 0-1,1 1 0,1 0 1,0-1-1,-2 20 0,4 81 96,2-53-42,-2-52-86,1 0 0,1 0 0,-1-1 0,1 1 0,0-1 0,0 1 0,1-1 0,0 0 0,6 10 0,10 21 47,-2 12 14,15 40 34,3-22-25,-20-39-34,17 43-1,-21-46-6,20 35 0,7 14 13,-33-63-23,0 0 0,1 0-1,0-1 1,0 0 0,1 0 0,14 14-1,54 43 118,-10-25-50,-10-7 2,-48-29-92,1-1 0,0 0 1,-1 0-1,1 0 0,1-1 0,-1 0 0,0-1 1,1 0-1,11 2 0,7-2 86,46-1 0,-37-2 39,-30 1-119,-1-1-1,0 0 0,0 0 1,0-1-1,0 1 1,0-1-1,0 0 1,0-1-1,0 1 1,5-5-1,48-36 42,-38 27-16,-7 6-10,3-2-11,0 0-1,0-2 1,-2 1-1,1-2 1,-2 0-1,16-21 1,-15 12-1,0 0 0,-1-1 0,-2 0 1,0-1-1,11-43 0,-12 24 7,-2-1 0,-2 1 0,1-58 0,-7 65 60,1 14-61,-1-1 0,-1 1-1,0-1 1,-3 1 0,0 0-1,-9-31 1,-42-120 18,-33-84 58,75 227-87,-2 2 0,-1 0 0,-1 1 0,-2 0 0,-43-51 0,-79-58 63,103 118-63,36 19-16,0 0 0,1 1 0,-1-1 0,0 0 0,0 1 0,0-1 0,0 1 0,0-1 0,0 1 0,0 0 0,0 0 0,0 0 0,0 0 0,-3 1 0,-42 6 36,38-4-63,-31 1 71,37-3-50,0 0 1,1 0 0,-1 1-1,1-1 1,0 1-1,-1-1 1,1 1-1,0 0 1,0 0-1,0 0 1,0 0 0,1 0-1,-1 0 1,0 1-1,-1 3 1,-7 7-107,-1 1-486,1 0 0,0 1-1,1 0 1,1 1-1,0 0 1,-9 28-1,11-18-3424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3:09.5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1867 1824,'0'0'3577,"3"-2"-3078,-2 1-440,1 0 64,1-1-1,-1 0 1,1 0-1,-1 0 1,0 0-1,0 0 1,0 0 0,0 0-1,0-1 1,-1 1-1,3-3 1,54-27 1764,-4-6-1174,-36 25-303,36-21 0,104-54 631,29-3-132,-85 42-716,302-129 428,-229 111-529,69-23 336,190-59 175,-311 105-294,49-18 94,276-59 1,133 1-323,233-34 22,-292 61-79,-336 57-32,404-71 171,-397 80-38,208-1 0,-294 26-120,608-30 72,-538 14-70,317-45 28,-457 54 67,59-23-1,-45 14-49,-26 11 379,-50-1-519,23 6-10,0 1 0,-1-1-1,0 1 1,1 0 0,-1 0-1,0 1 1,1-1 0,-5 0-1,6 0-336,-1 1 0,1-1 0,0 0 0,0 0-1,-1 1 1,1-1 0,0 0 0,0 0 0,0 0-1,0 0 1,0-1 0,0 1 0,0 0 0,-1-2-1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3:10.4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11 2969,'-10'-9'10709,"34"8"-9662,38 8-741,79 10 270,-96-13-297,-1 1 0,71 19 0,-92-17-259,-1 1 0,1 1 0,-1 2 1,26 15-1,-38-18 280,-15-9 411,-17-2-589,17 2-124,0 1-1,0 0 1,0 0-1,1 0 1,-1 1-1,0-1 1,0 1-1,1 0 1,-1 1-1,0-1 1,1 1-1,-1 0 1,1 0-1,0 0 1,0 0-1,0 1 1,-5 4-1,-38 33 32,2 2-1,2 1 1,-68 91 0,94-110-11,7-9 15,0-1-1,0-1 0,-20 19 1,24-25 405,2-1-1706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05.3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3495 0 1688,'0'0'10408,"-18"14"-9852,-74 51 167,54-36-451,-77 43 1,-205 72 316,247-117-409,0-4 0,-119 22 0,-69-17 70,126-16-178,-345 0 185,313-14 68,-305 12-158,400-8-161,-326-11 129,113 5-107,176 5-39,56 0 44,-70 11-1,104-9 655,39 0-6221,-9-3 2600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06.5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426 2 1216,'0'0'7202,"-35"0"-4898,35 0-2301,-5-1 77,1 1 1,-1 0-1,0 0 0,1 0 0,-1 1 1,0 0-1,1 0 0,-1 0 1,1 0-1,-1 1 0,1 0 0,-1-1 1,1 2-1,-8 4 0,-147 123 1204,75-59-969,17-12 647,62-57 188,19-4-809,-8 2-329,1 1 0,-1 0 0,1 0 1,-1 1-1,1-1 0,-1 2 0,0-1 1,9 5-1,48 32-11,-15-10 10,-38-23-10,121 72-22,-115-66 17,0 0 0,-1 1 0,0 1 0,-1 0 0,18 24 0,-8-7 99,-24-31 108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09.8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4631 646 2713,'0'0'3884,"-4"-22"-2459,-2 16-347,0-1 1,1 0-1,-1-1 1,-4-9-1,5 8-881,0 1 0,0 0 1,-1 1-1,1-1 0,-2 1 0,-10-10 0,-20-13 248,19 15-296,-1 1 0,-34-20 0,-195-103 482,231 129-609,0 1 0,-18-4 0,-13-6 60,-23-10 61,-120-29 1,-63 9 14,58 29-126,-49-8-20,8-8 32,-297 3 26,329 29-61,-264 7 36,-152 54 117,395-37-186,-168 23-32,39-2 126,304-32 76,49-11 43,2 0-168,14 0-5594,-3 0 2670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11.1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328 38 3385,'0'0'5444,"5"-6"-5050,0 1-284,-3 2-48,1 0-1,-1 0 1,0 0-1,0 0 0,0-8 3913,-32 39-3730,-38 33 172,38-33-249,-23 26 19,44-43-91,-1 0 1,-20 16-1,27-24-49,-1 0 1,0 0 0,0 0-1,0-1 1,0 0 0,0 0-1,0 0 1,0 0 0,-1-1-1,1 1 1,-1-1 0,-8 1-1,-35 4 454,39-1-92,7-2 265,9-2-480,17-1-172,25 0-12,0 1 0,82 13 0,-105-8 26,6-1-29,1 2-1,-1 2 1,-1 0-1,0 3 1,33 15-1,1 4-31,13 7 23,-78-38 3,12 3-17,-7-3-4,-4 0 67,-1 2-1113,0-1 926,-1 0-1,1 0 1,0 0 0,0-1-1,-1 1 1,1 0 0,0 0-1,-1-1 1,1 1 0,-1 0-1,1-1 1,-1 1 0,1 0 0,-1-1-1,1 1 1,-1-1 0,0 1-1,1-1 1,-1 1 0,0-1-1,0 1 1,1-1 0,-1 0-1,-1 1 1,-12 3-2621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13.0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3694 23 2833,'0'0'4665,"-6"0"-4216,-10-1 585,-1-1 0,-31-7 0,22 4-714,0 2 0,0 1 1,0 1-1,-40 4 0,2-1-82,-40-1 303,-114 16 0,-77 44 156,5 26-201,134-39-337,-28 20 58,40-13-15,40-13-28,-185 103 1,-14 7-126,238-123-37,2 3-1,-89 60 0,-70 41 38,-46 31 71,-66 82 84,292-212-143,1 3 0,-47 53 0,85-86-9,-4 3 672,7-7-698,0 0 0,-1 0 0,1 0 0,0 0 0,0 0 0,3-6-218,1 1 0,-1-1 0,1 1-1,0 1 1,1-1 0,-1 0 0,1 1 0,0 0 0,7-5-1,8-7-1239,10-10-2425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14.8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2860 2 4489,'0'0'3875,"-3"0"-3549,-27-1 1592,-3 1-755,0 0-1,-50 9 1,-3 3-367,-19 5-182,89-14-567,0-1 0,-26 1-1,-12 1 38,-165 17 395,-3-11-271,-450 3 121,449-24-121,1 0-133,43 9-130,-187 4 114,312 2 2,-100 19 1,106-16 58,103-1-7042,-34-3 2313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16.0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362 1 2841,'5'0'10394,"-10"0"-10339,-1 1-1,0-1 1,1 1 0,-1 1-1,1-1 1,-1 1 0,1 0-1,-1 0 1,1 1 0,0-1-1,0 1 1,0 1 0,1-1-1,-6 5 1,-7 8 55,1 0 0,-20 26 0,-13 14 93,17-25-89,7-6 27,-1 0 1,-36 24-1,47-42 640,10-5 292,21-1-527,-11-1-546,1 1-1,-1-1 0,1 1 1,-1 0-1,1 1 1,-1-1-1,1 1 0,-1 0 1,0 1-1,0-1 0,7 6 1,3 2-6,-1 1 0,17 18 0,-22-19 1,2 0 1,0 0 0,0-1-1,0-1 1,18 10-1,-4-8 14,49 14 0,-50-17 15,0 0 0,43 21 0,-61-24-37,-1-1 1,0 1 0,-1 0-1,1 0 1,-1 1 0,1-1-1,-2 1 1,1 0-1,0 0 1,4 9 0,-8-10 41,0-3-49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17.5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145 20 1424,'0'0'4147,"-3"-19"2415,0 28-6464,0 1 0,1 0 1,0-1-1,0 17 0,-4 13 195,-46 165 444,0-7-64,44-168-594,5-21-46,1 0 1,0 0 0,0 1-1,-1 12 1,3-21 6,0 1-22,0 4 2046,139-11-1934,-81 7-142,114 16 0,-147-14 35,0-1 0,32-3 0,-19 1-17,-38 0-9,-2 13-4688,-10-1-82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19.8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5040 280 3409,'0'0'6202,"-14"6"-4058,-159 113 403,144-99-2276,0-1 1,-1-1 0,-61 26 0,80-39-210,-147 52 346,-8-6-9,26-10-160,23-18-174,0-5 0,-192 5 0,204-21-80,44 0 77,0-2 0,-108-14-1,-586-154 211,660 143-150,-128-51 0,27-3-89,-220-56 0,191 87-39,87 21-3,-33-3 64,-186-43 246,242 50-217,63 14-79,0 2 0,-1 3-1,-89 3 1,79 2 38,-142-1 658,203 0-133,34-2-6545,-12-6 1716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21.8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685 1 640,'5'2'11751,"-7"0"-11706,1 0 1,-2 1 0,1-1-1,0 0 1,0-1 0,0 1-1,-1 0 1,1-1 0,-6 3-1,-15 11 260,-150 145 1081,166-154-1301,0-1 1,0-1-1,-1 1 1,1-1-1,-1 0 1,0-1-1,0 0 1,0 0-1,0-1 0,-1 0 1,-13 2-1,-16 4 117,12 2-3,21-8-143,0 0-1,0 0 0,0 0 1,-1-1-1,1 0 0,-6 1 0,10-2 116,-3 0 135,0 1-1,0-1 0,0 1 1,0-1-1,0 1 1,-7 3-1,-22 8-311,21-8 2,0 1-1,0-1 0,0 2 0,1 0 1,0 0-1,-16 12 0,23-12 4,-3-2-12,5-3 7,-1 1 0,0 0 1,1 0-1,-1 0 0,1 0 1,-1 0-1,1 0 0,0 0 0,-3 5 1,-3 1 2,-22 19 43,19-17-112,18-11 52,26 0 40,-1 2 1,1 2-1,-1 0 1,49 13-1,-51-7-33,-2 2 0,1 1 0,-2 1 0,0 2-1,0 0 1,-1 2 0,43 37 0,-48-39 12,1-1 0,1-1 0,1-1 0,37 13 0,-56-23 0,3 1-21,-1 0 1,0 0-1,1 1 1,9 6-1,-13-7 13,-1 0 0,-1 0 0,1 0 0,0 0 0,-1 0 0,0 1 1,0-1-1,0 1 0,0 0 0,0-1 0,1 6 0,14 33 103,-16-40-67,-1 2-10,0-3 63,2-1-379,7 0 40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4:00.1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1681 1 808,'0'0'9577,"0"27"-8609,11-8-149,-10-18-726,0 0 0,0 0-1,0 0 1,-1 0 0,1 0 0,0 0-1,-1 0 1,1 0 0,-1 0 0,1 0-1,-1 1 1,1-1 0,-1 0 0,0 0-1,0 2 1,22 25 719,-16-19-671,0 0 0,-1 0 0,0 1 0,0 0-1,5 18 1,-7-20-72,-1 5 21,-2-12-88,0 0 0,0-1 0,0 1 0,0-1 0,0 1 0,0-1 0,0 1 0,0 0 0,0-1 0,0 1 0,0-1 0,1 1 0,-1-1 0,0 1 0,0-1-1,1 1 1,-1-1 0,0 1 0,1-1 0,-1 1 0,1 0 0,7 39 174,10 38 23,-18-74-190,30 174 353,-20-104-269,-5-41-8,1 51 0,5 36 77,-8 592 741,-3-654-832,-2 0-1,-3 0 1,-3 0 0,-2-1 0,-26 84-1,11-70-21,-9 31 21,-56 112 1,75-185-72,-7 14 15,-22 62-1,-40 94 52,68-165-67,-57 119 39,-46 102-27,78-171 3,-4-1 1,-79 109 0,-48 52 43,-136 209 86,252-365-131,-4-3 0,-4-3 0,-111 111 0,125-149-20,38-34 9,0 0 0,0 0 0,1 1 0,1 0 0,0 1 0,-12 18 0,23-55 224,52-205-137,-38 191-82,-12 32-5,1 0 0,-2 0 0,1 0 0,3-15 0,6-31 72,-6 32-119,-4 17-71,-1 5-91,0 19 207,1-1 0,7 29 0,2 25 40,-8-22-16,5 175 157,-8-224-180,1 6 23,1-11 19,10-10-3,76-61 82,-66 58-111,-14 9-4,1 1 0,-1 0 0,1 1 1,0 0-1,13-6 0,-9 3-59,-12 7 49,0 1-1,-1-1 0,1 0 1,0 1-1,0-1 0,0 0 0,1 1 1,-1-1-1,0 1 0,0-1 1,0 1-1,0 0 0,0 0 1,0-1-1,1 1 0,-1 0 0,2 0 1,-2 0 118,11 0-192,-5-1 88,0 1 0,-1-2 0,1 1 0,12-5 0,-12 3-3,0 1 0,0 0 1,1 0-1,-1 1 0,8-1 0,16-10-3,-30 12-39,-25 1-37,3 6 54,1 0 0,0 1 0,1 2 0,0 0 0,-31 21-1,2-1-1,-104 56 28,132-76 6,-1-1 0,-29 9 0,35-13-7,-26 9 27,16-6-29,10-4-3,2 0-3,10-1 0,-14 7-46,11-9 47,5-1 12,14-7-181,-4-3 188,-1-1 1,0 1-1,0-1 0,10-22 1,-3 7-4,-1 5 20,-10 16-27,0 0 1,0 0 0,-1-1-1,0 0 1,0 0 0,0 0 0,-1 0-1,2-8 1,-3 2 6,-2-47-2,1-36 14,1 85-26,0 0 0,1 0 0,0 0 0,0 0 0,1 1 0,8-17 0,-2-3-10,-7 26-68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2:49.8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0 432,'0'0'0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2:52.0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56 1682 1200,'15'62'1235,"-15"-61"-1167,0-1 0,0 1-1,0-1 1,1 0 0,-1 1 0,0-1-1,0 1 1,0-1 0,0 0 0,0 1-1,0-1 1,0 1 0,0-1-1,0 1 1,0-1 0,0 0 0,0 1-1,-1-1 1,1 1 0,0-1 0,0 0-1,0 1 1,0-1 0,-1 1-1,1-1 1,0 0 0,0 1 0,-1-1-1,1 0 1,0 0 0,-1 1 0,1-1-1,0 0 1,-1 0 0,1 1 0,0-1-1,-1 0 1,1 0 0,-1 0-1,1 0 1,0 1 0,-1-1 0,1 0-1,-1 0 1,1 0 0,-1 0 0,1 0-1,0 0 1,-2 0 0,-2 1 649,3 0-547,0 0 1,0 0-1,0 0 1,0-1-1,0 1 1,0 0-1,0 0 1,0-1-1,0 1 1,-1-1-1,1 1 0,0-1 1,0 1-1,-1-1 1,1 0-1,0 0 1,0 0-1,-1 1 1,-1-1-1,2-1-122,-1 1-1,1 0 0,0 1 1,-1-1-1,1 0 1,0 0-1,-1 0 0,1 1 1,0-1-1,-1 1 0,1-1 1,0 1-1,0 0 0,0-1 1,-1 1-1,1 0 0,0 0 1,0 0-1,0 0 1,0 0-1,0 0 0,1 0 1,-1 0-1,0 0 0,0 1 1,17-26 3275,33-26-2804,-1 0-399,27-34 100,102-129 204,-114 133-296,91-90 0,-44 51 167,-101 109-248,-1 0 0,0 0 0,0-1 0,-2 0 0,1-1 1,-1 1-1,-1-1 0,0 0 0,-1-1 0,0 1 0,3-23 0,2-8-26,13-45-1,1-1 11,13-62-24,-25 98-3,3 1-1,2 0 1,25-56 0,-6 20 56,-35 87-58,1 0 0,-1 0 0,1 0 0,-1 0 1,1-1-1,-1 1 0,0 0 0,0 0 0,0 0 1,0-1-1,0 1 0,0 0 0,0 0 0,0-1 0,0 1 1,-1-2-1,0-6 5,4-12 85,-3 21-36,-5 5-319,-72 90 370,-100 94-1,133-144-120,26-30 57,19-15-43,-1 0 1,0 0-1,0 0 1,0 0-1,0 0 0,0 0 1,0 0-1,0 0 1,0 0-1,0 0 0,0 0 1,0-1-1,0 1 1,0 0-1,0 0 0,0 0 1,0 0-1,0 0 1,0 0-1,0 0 0,0 0 1,0-1-1,0 1 0,0 0 1,0 0-1,0 0 1,0 0-1,0 0 0,0 0 1,0 0-1,0 0 1,0 0-1,0-1 0,0 1 1,0 0-1,0 0 1,0 0-1,0 0 0,0 0 1,-1 0-1,1 0 1,0 0-1,0 0 0,0 0 1,0 0-1,0 0 1,0 0-1,0 0 0,0 0 1,0-1-1,0 1 1,-1 0-1,1 0 0,0 0 1,0 0-1,0 0 1,0 0-1,0 0 0,0 0 1,0 0-1,0 0 0,-1 1 1,1-1-1,0 0 1,0 0-1,18-36 31,-9 20-14,8-20 42,-13 26-57,1-1-1,0 1 1,0 0-1,1 0 1,0 0-1,1 1 1,0 0-1,1 0 1,0 1-1,0 0 1,9-7-1,94-68-3,-99 73 15,34-34-2,-38 35-7,0 0 0,1 1 0,0 0 0,1 1 0,-1 0 0,16-8 0,-21 21-32,-1 1 0,1 1 0,-2-1 1,1 0-1,3 15 0,-6-21 28,92 291 68,-89-284 58,-3-8-123,0 0 1,0 0-1,0 1 0,0-1 1,0 0-1,0 0 1,0 1-1,0-1 1,0 0-1,0 0 1,0 0-1,0 1 0,1-1 1,-1 0-1,0 0 1,0 0-1,0 0 1,0 1-1,1-1 0,-1 0 1,0 0-1,0 0 1,0 0-1,0 0 1,1 1-1,-1-1 0,0 0 1,0 0-1,1 0 1,-1 0-1,0 0 1,0 0-1,0 0 0,1 0 1,-1 0-1,0 0 1,0 0-1,1 0 1,-1 0-1,0 0 1,0 0-1,1 0 0,-1 0 1,0 0-1,0 0 1,0-1-1,1 1 1,-1 0-1,0 0 0,0-33-829,7 0-4002,0 12-1071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23:37.9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2595 984,'0'0'3202,"0"-6"-2790,0-16-54,0 4 7353,0-11-6807,0 16-833,1-1 0,0 1 0,0 0 0,1-1 1,7-20-1,9-29 156,-13 41-133,2 0-1,11-27 1,44-103 245,-30 80-274,3 2 1,4 1-1,2 2 1,3 2-1,55-61 1,288-272 66,-74 119-59,-254 232-47,85-50 0,47-36 20,-63 24 16,132-104 33,-212 178-97,1 3 1,2 2 0,91-40 0,-36 31 21,-55 22-3,-2-3-1,54-28 1,-75 31-30,1 2 0,58-21-1,-84 35 13,-2 1-3,2 0 17,-3 0 97,-19 0-1581,-31-3-2295,26 0-117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23:39.1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0 126 2697,'0'0'3352,"8"28"-1606,-7-26-1610,1-1 1,0 0-1,-1 1 0,1-1 1,0 0-1,0 0 1,0 0-1,0 0 0,0 0 1,0-1-1,0 1 0,0-1 1,0 1-1,1-1 0,2 0 1,41 0 1096,-22-2-675,-11 3-380,3-1 69,1 0 1,-1 0 0,0-2 0,1 0 0,-1 0 0,0-2-1,25-8 1,10-10-95,-1-1 0,53-35 0,-87 49-145,-10 6 10,-1 0 0,1-1 0,-1 0 0,1 0 0,-1 0-1,6-7 1,-20 25 197,0 1-1,2-1 0,-1 1 0,-9 31 1,-18 80-233,18-60 105,-39 136-51,43-174 38,-1 4 412,12-32-513,-20 0-441,10 1-747,1-1-1,-1-1 0,-15-2 1,-11-10-7693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24.1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184 1 2761,'0'0'9771,"11"1"-9319,-8 0-416,0 0 1,-1 1-1,1-1 0,-1 1 0,1 0 1,-1 0-1,0 0 0,0 0 0,1 0 0,-1 0 1,-1 0-1,1 1 0,0-1 0,-1 1 1,1 0-1,1 4 0,19 50 373,-21-52-339,5 18 22,-2 0 0,0 0 0,0 36 0,-2-28-46,6 33 0,-4-31-10,-1 1 0,-1-1 0,-3 36 0,0-14 147,-1-29-126,-2-1 1,0 0 0,-2-1-1,-1 1 1,-13 32 0,-6 22 55,-16 52 116,35-118-198,1 1 1,-2-1-1,0 0 0,0-1 1,-17 19-1,-1 3-18,4-1 6,-26 57 0,37-79 11,11-11-27,-1 1 0,0 0 0,0-1 0,1 1 0,-1-1 0,0 1 0,1 0 0,-1-1 0,1 1 0,-1 0-1,1 0 1,-1 0 0,1-1 0,-1 1 0,1 0 0,0 0 0,0 0 0,-1 0 0,1 0 0,0 0-1,0 0 1,0 0 0,0 0 0,0-1 0,0 1 0,0 0 0,0 1 0,0-1 183,0-29-2141,0-24-4346,0 36 1531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25.4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42 1 3265,'0'-1'10185,"4"68"-9628,-2-44-332,-1 0-1,-1 0 1,-1 0 0,-5 36 0,-3-29 203,6-23-249,1 2 0,0-1 0,0 0 0,0 11 0,-19 28 476,27-47-540,5-2-105,-1 1 0,1-2 1,-1 0-1,0 0 0,0-1 0,13-6 1,10-4-3,222-88 116,-151 55-139,-101 46-1,-3 1-7,31 0-6093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27.4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224 1 2497,'0'0'4523,"6"0"-4315,19 0 6892,-25 27-6725,0-7-92,0-5-121,0 0 0,1 0 0,0 0-1,1 0 1,5 17 0,14 56-42,-7-42-27,-2 1 0,8 62 0,3 99 71,-21-187-155,0 161 159,-3-96-3,-1-50-143,-2 0-1,-1 0 0,-2 0 1,-1 0-1,-2-1 0,-16 38 1,-47 132-16,59-165 35,-33 65 0,35-82-25,-11 22-22,18-30 20,0-1-1,-2 0 0,-11 21 0,-13 27 34,-20 63-15,46-117-34,-1 5 99,6-12 74,27-35-4037,-12 11 693,-2-4-2855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29.1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128 0 1272,'-14'5'13653,"14"-4"-13392,-8 70 437,-11 64-132,13-93-301,1 0 0,2 79 0,-2-86-213,3-24-23,1 0-1,-1 0 1,1 16 0,-6-9 300,3-12 314,2-14-415,1 0-230,1 1 0,0-1 1,1 1-1,0-1 0,0 1 0,1-1 1,-1 1-1,2 0 0,-1-1 0,1 1 0,4-8 1,22-49 79,-23 47-85,2 0 0,0 0 0,1 0-1,0 1 1,1 1 0,15-18 0,3 5 4,1 1 1,2 2-1,0 1 1,46-27 0,-39 24 19,-38 27 8,-2-1-636,0 1 605,-1 0 0,1 0 0,0 0-1,0 0 1,-1 0 0,1 1 0,0-1 0,-1 1 0,1-1 0,0 1 0,0 0 0,0 0 0,0 0 0,0 0 0,0 0-1,0 1 1,-3 1 0,-3 2 2,-89 70 47,83-64-47,0 0 1,0 0-1,1 1 1,1 1-1,0 0 1,-15 22 0,21-28-30,0 1 1,0-2 0,0 1 0,0-1-1,-1 0 1,-13 9 0,12-9-294,1-1 0,-1 1 0,1 1 0,1 0 0,-1 0 0,-10 15 0,-9 21-3840,17-27 315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30.5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42 1008,'0'0'6167,"4"-5"-5536,16-21 4783,-33 18-3369,12 8-2005,1-1 0,0 1-1,0 0 1,-1 0 0,1 0 0,0-1 0,-1 1 0,1 0-1,0 0 1,-1 0 0,1 0 0,0 0 0,-1 0 0,1-1-1,0 1 1,-1 0 0,1 0 0,0 0 0,-1 0-1,1 0 1,0 1 0,-1-1 0,1 0 0,-1 0 0,1 0-1,0 0 1,0 0 0,-1 0 0,1 1 0,0-1-1,-1 0 1,1 0 0,0 0 0,-1 1 0,1-1 0,0 0-1,0 0 1,0 1 0,-1-1 0,1 0 0,0 0-1,0 1 1,0-1 0,-1 0 0,1 1 0,0-1 0,0 0-1,0 1 1,0-1 0,0 0 0,0 1 0,0 22 109,-1 2-40,1 0 0,2-1 0,0 1-1,8 32 1,-7-43-48,-1 1 0,0-1 0,-1 1 0,-2 25 0,3 30 113,7 152-394,-9-202-143,0-25 75,1 1 1,0 0-1,0 1 0,0-1 0,1 0 0,-1 0 1,1 0-1,0 1 0,0-1 0,0 1 0,0-1 1,5-4-1,0-1-796,14-24-3422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35.3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377 0 1616,'0'0'4583,"-24"0"-1345,21 1-3167,-1-1 0,1 1-1,0 0 1,-1 0 0,1 0 0,0 1 0,0-1 0,0 1 0,0-1 0,0 1 0,0 0 0,-2 3 0,-36 32 414,25-22-300,-1 3 62,0 1 1,1 1-1,2 1 0,-25 44 0,24-39-16,2-1 188,1 1 0,1 1-1,-14 53 1,14-40-114,5-14-110,1 0 0,-3 48 0,5-43 55,-9 50 0,2-35-115,2 1 1,-2 69-1,9 95 214,2-104-120,0-90-209,1-1 0,1 0 0,0 1 0,2-2 0,-1 1 0,9 18 0,9 29 68,-7-9-49,3-1 0,38 80 0,-39-101 35,2-1-1,1 0 0,43 49 1,-44-59-63,1-1 1,24 18-1,-35-31-7,0 0-1,1-1 1,-1 0-1,1-1 1,0 0 0,1-1-1,-1 0 1,17 4-1,-6-6 31,-1 0-1,1-1 0,28-3 1,2 0 20,-31 3-41,0-2 0,0 0 1,0-1-1,0 0 0,-1-2 0,1-1 0,-1 0 0,22-9 0,-41 13-12,23-8 69,38-25-1,-53 29-55,0-1-1,0-1 1,-1 1-1,0-1 0,-1-1 1,1 1-1,7-13 1,2-7-20,21-50 0,-8 14 43,-20 43 18,-2 0 0,0 0 0,-2-1 0,7-41 0,0-4 21,2 3-29,-3-1 0,-3 0 0,-2-1-1,-4 0 1,-5-65 0,0 93-7,-4-105 18,7 115-59,1-14-32,-6-46 0,2 73 25,1-1 0,-1 1 0,-1 0 0,-1 0 0,0 1 0,-12-24 0,-12-13 14,-3 2-1,-71-85 1,92 122-10,-1 0 1,-1 1-1,0 0 0,0 1 0,-1 1 0,0 0 1,-1 1-1,-22-9 0,12 6-4,-43-26 1,50 23 5,-1 1-1,-1 1 1,0 0-1,0 2 1,-1 0 0,0 2-1,0 0 1,-1 1-1,-33-4 1,-127 3-90,179 8 86,0-1 0,0 1 1,0 0-1,0 0 0,0 0 0,1 0 1,-1 1-1,0-1 0,-4 4 0,-5 2 4,10-7-55,1 1 1,-1 0-1,0 0 1,1 0-1,0 0 1,-1 0-1,1 0 0,0 0 1,-1 0-1,1 0 1,0 1-1,0-1 1,0 1-1,0-1 0,0 1 1,0-1-1,1 1 1,-1-1-1,0 1 1,1-1-1,-1 4 1,-3 39-1984,3-18-325,-4 2-3229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37.71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1272,'14'16'14215,"-9"-4"-14161,3-2 11,0 0 1,1 0-1,1-1 1,18 14-1,-3-2 26,-3-4-13,0 0 0,38 20-1,2 1 34,8 7 54,102 49 0,-128-75-111,62 18 1,29 11 335,-87-28-286,0-2 0,0-2 1,98 17-1,-87-20-34,1 3 0,96 40-1,39 12 120,173 12-68,-284-69 77,117-1 0,-74 1 101,-35-2-241,26 11 32,283-11 241,-247-11-314,-127 4-39,1 0 0,-1 2 1,29 8-1,8 2 11,-11 0 33,-42-11-18,1 1 0,-1-1 1,20 2-1,359 34 64,-294-29-79,-68-4 78,-27-6-34,-1-36-7920,0 10 1170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39.0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188 0 1192,'0'0'9218,"2"13"-7912,3-7-1085,1-1 0,-1 1 0,1-1 0,0 0-1,1-1 1,-1 1 0,1-1 0,10 4 0,5 5 153,30 18 514,69 29 0,-67-40-642,-43-17-186,-1 1 1,1-1-1,-1 2 1,0-1-1,0 1 0,-1 1 1,1 0-1,11 10 1,-7-4-3,1 0 0,27 15 0,-29-24-76,-12-3 21,0 0-1,-1 0 0,1 0 0,0 0 1,0 0-1,-1 0 0,1 0 0,0 0 0,-1 1 1,1-1-1,0 0 0,0 0 0,-1 1 1,1-1-1,0 0 0,-1 1 0,1-1 0,-1 1 1,1-1-1,0 0 0,-1 1 0,1-1 1,-1 1-1,1 0 0,-1-1 0,0 1 1,1-1-1,0 2 0,-1-2 26,2 0-24,-1 0-19,-23 2 113,0 1 0,0 0 0,0 2 1,1 0-1,0 1 0,-29 13 0,16-4-66,2 1 1,0 1 0,-45 32 0,60-34-23,0 1 1,1 0-1,0 1 1,1 1-1,2 1 1,-15 23-1,-12 16 65,20-35 54,-1 0 1,0-2 0,-2-1-1,-26 19 1,15-12-35,10-4 91,24-23-186,-1 0 1,1 0-1,0 0 0,0 0 0,0 0 0,0 1 1,0-1-1,-1 0 0,1 0 0,0 0 1,0 0-1,0 0 0,0 1 0,0-1 0,0 0 1,0 0-1,0 0 0,0 0 0,0 0 1,0 1-1,0-1 0,0 0 0,0 0 1,0 0-1,0 1 0,0-1 0,0 0 0,0 0 1,0 0-1,0 0 0,0 1 0,0-1 1,0 0-1,0 0 0,0 0 0,0 0 0,0 0 1,0 1-1,0-1 0,1 0 0,-1 0 1,0 0-1,0 0 0,17-3-606,6-6-1440,-1-1-1,22-13 0,-13 5-5737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43.9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1 159 784,'0'0'2630,"1"-8"-2154,4-131 4621,-4 127-254,1 68-4310,12 66 1,-2-29-126,-6-50-234,14 49-1,-11-53 46,10 76 0,-18-99-187,0 0 0,1 0 0,1 0-1,1 0 1,0-1 0,9 21 0,-7-18-1,-1 0 1,-1 1-1,0 0 0,-1 0 1,0 33-1,-1-4 15,1 9 39,12 68 0,3 29 82,-14-99-74,19 85 0,-15-94-85,-1 0-1,-3 0 1,-2 75-1,1 9 1,1-98 5,9 41 1,-7-47-2,-2 0 1,3 48-1,8 455 228,-10-470-188,3 80-16,-8 19-11,0-158-9,0 1-1,1-1 1,-1 0 0,1 1-1,-1-1 1,0 1 0,1-1-1,-1 0 1,1 1 0,-1-1-1,1 0 1,-1 0 0,1 1-1,-1-1 1,1 0 0,-1 0-1,1 0 1,-1 0 0,1 1-1,-1-1 1,1 0 0,-1 0-1,1 0 1,0 0 0,-1 0-1,1-1 1,21 1 438,-17 0-547,51-3 187,0-3-1,100-23 1,30-4 48,-73 20-126,442-30 169,-438 43-152,397-9 108,-225-6-117,54 12-38,126-11 44,-197-29 18,-220 34-47,-50 9-4,0-1-3,-1 1 0,1-1 1,0 1-1,-1 0 0,1 0 0,0 0 0,0 0 0,-1 0 0,1 0 0,0 1 1,2-1-1,-4 0-25,0-10-340,1 0 1,0-1-1,3-13 0,3-19-2145,-3-4-3159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46.4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48 232 1776,'0'0'2549,"-7"-6"-2076,-23-18 153,29 23-447,0-1-1,-1 0 1,1 0 0,0 0 0,1 0 0,-1 0-1,0 0 1,0 0 0,1 0 0,-1 0 0,1 0 0,0 0-1,0 0 1,0 0 0,0-1 0,0 1 0,0 0-1,0 0 1,1 0 0,0-2 0,0-6 2813,3 8-2919,-1 0 0,2 1 1,-1-1-1,0 1 0,0 0 1,0 0-1,1 1 0,4-1 1,44-3 189,80 5 0,-47 1-4,-8-3 170,0-3 0,107-19 0,-63 3-317,0 6-1,170 1 1,-265 13-95,10-1-20,-1 2 0,1 1 0,71 14 0,-76-8 18,1-3 1,0 0-1,35-1 0,103-6 31,-136 1-33,2-2 10,45-9-1,-48 6 53,-1 1 0,35 0 0,93 7 181,178-5-122,-120-16-44,11-1 30,-193 18-112,1-1 1,-1-1 0,50-14-1,-87 21 5,0-1-1,0 1 0,0 0 1,0-1-1,-1 1 0,1-1 0,-1 1 1,0 0-1,0-1 0,-1 3 1,-2 8 91,1 0 1,-3 26 0,6-28-69,-1-2 12,1 0 1,0 0-1,1 0 0,0 0 1,0 0-1,1 0 0,5 13 1,9 21 89,21 92 0,-27-93-71,1 1 0,28 63 0,-21-68 48,-1 0 0,-2 1 0,-2 0 0,10 50 0,-8-7 10,3-1 0,3 0 0,39 93 0,-46-141-106,-1 1-1,-2 0 1,-1 0 0,-2 1-1,5 51 1,42 387 97,2-219-88,-7 45 4,-30-130-41,-16-140 153,0 56 0,-5-86-144,1 0 0,0 0 1,0 1-1,0-1 1,-1 0-1,1 0 0,0 0 1,-1 0-1,1 1 0,-1-1 1,1 0-1,-1 1 0,1-1 1,-1 0-1,0 1 0,1-1 1,-1 0-1,0 1 0,0-1 1,1 1-1,-1-1 0,0 1 1,0 0-1,0-1 0,1 1 1,-1 0-1,0 0 0,0-1 1,0 1-1,0 0 0,0 0 1,-1 0-1,-34-1-94,27 1 95,-218 11-87,206-8 64,-116 19-361,120-19-150,1 2 0,0 0-1,0 1 1,1 1-1,0 0 1,-16 11 0,8-2-3562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48.9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94 1376,'0'0'5866,"21"0"-2982,21-3-2284,-1-1-1,53-13 0,-76 13-479,90-16 547,1 5 0,165-3 1,516 18 325,-383-13-189,-163 13-630,-187 7-147,-10-1-25,-10-2 19,45 10-1,-48-8-9,51 4 0,-51-7-14,1 1 0,-1 2 1,0 1-1,0 2 0,44 17 1,-60-20 15,1-1 0,27 4 1,1 0 67,-14-4-85,-26-4-2,-1-1-1,0 1 0,0 1 1,1-1-1,7 4 0,-13-5-1,-24 17-4505,10-12 2149,-3-2-288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1:50.1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69 23 2497,'0'0'5833,"0"-3"-4916,-1 2-805,1 1 0,0-1 0,0 0-1,0 1 1,0-1 0,0 1 0,0-1-1,0 0 1,0 1 0,0-1 0,0 1-1,0-1 1,0 1 0,0-1 0,1 0-1,-1 1 1,0-1 0,0 1 0,0-1-1,1 1 1,-1-1 0,0 1 0,1-1-1,-1 1 1,1-1 0,-1 1 0,0 0-1,1-1 1,-1 1 0,1-1 0,-1 1-1,2 0 1,0-1 10,1 0 0,-1 1 0,1 0 0,-1 0 0,1 0 0,-1 0 0,1 0 0,0 0 0,2 2 0,4 0-74,-1 0 1,1 1-1,-1 1 0,0-1 1,0 2-1,9 5 0,19 9 175,-10-7 19,-1 1-1,36 25 1,-35-23-149,0-1 1,0-1-1,1-1 1,29 7 0,-21-10-17,-30-8-70,0-1 0,1 1 0,-1 1 0,0-1 0,0 1 0,0 0 0,0 0 0,0 1 0,0-1 0,-1 1 1,1 0-1,-1 0 0,7 6 0,-10-8 7,0 1 0,0-1 0,1 0 0,-1-1 0,0 1 0,1 0 0,-1 0 0,1 0 0,-1-1 0,1 1 0,0-1 0,-1 1 0,1-1 0,-1 0 0,1 0 0,0 0 0,-1 1 0,1-2 0,0 1 0,3 0 0,1 0 12,-5 0 46,-7 0-219,-38-1 201,21-1-38,-1 2 1,0 1 0,0 1 0,-31 6 0,-1 9-9,1 2 0,-83 41 0,-44 22 157,181-80-158,1-1 10,0 1 334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2:04.2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63 544,'0'0'4152,"0"-4"-3556,0-11-131,0 3 3508,34 12-3437,133 2 320,175-4 61,-144-20-448,405 13 645,-494 9-212,-109 24-996,0-9 182,0-1-1,1 0 1,1 1 0,0-1 0,6 17 0,22 102 302,-23-109-310,7 45-1,-2-7-6,0 1 53,-8-45-108,-1 1 0,-1-1 0,0 1 0,-2 21 0,0-19 11,0 0 1,8 40-1,3-17 52,-6-25-64,0-1 1,-2 1-1,0 0 1,1 21-1,-1 140 249,5-134-163,1-7-47,-8-34-53,0 0 0,0 0 0,0-1 0,1 1 0,0-1 0,3 6 0,13 37 14,-18-44-23,0-2-1,0 1 15,0-1 29,0 1-29,0-1 196,-14-2-6297,-3-1-251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2:05.4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39 175 1736,'0'0'5343,"-1"-4"-5022,-1-6-327,1 8 93,1 0-1,0 1 1,0-1-1,-1 0 1,1 0-1,-1 0 0,1 1 1,-1-1-1,0 0 1,1 1-1,-1-1 1,0 1-1,0-1 1,0 1-1,-1-1 1,1 1-1,0 0 0,0-1 1,-1 1-1,1 0 1,-1 0-1,1 0 1,-1 0-1,0 0 1,-2-1-1,-4-2 1827,16 1-1189,18 1-272,24-1-48,-1-2 1,57-14 0,-33 6-82,24-1-165,171-1 0,-219 13-84,74-13 0,-16 0 100,79 4-83,-160 12-87,47 9 0,-46-6 44,48 3 0,-17-7 1024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2:07.5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1 144 2056,'0'0'9869,"7"-16"-9262,-3 12-571,1 1 1,-1 0-1,1 0 1,0 1-1,1-1 1,-1 1-1,0 0 0,11-3 1,49-6 86,-24 5 39,117-25 619,215-15 0,316 39-263,-160 39-61,-295-9-333,9 0 177,-113-20-78,317 13 268,-417-14-477,59 3 88,0 4-1,115 27 1,-110-16-26,1-5 1,118 5-1,96 14 79,-185-9-126,-37-7 36,157 14-1,301 16 71,-277-35-131,-196-14 16,0 4 0,0 3 0,83 17 0,-29 16-64,-28-7 31,-12-9 12,141 43 10,-77-22 3,-79-32 9,-63-9-300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2:08.5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32 1744,'0'0'5659,"0"-5"-4523,0-10-482,1 3 3029,9 15-1296,-4 2-2321,0 0 0,0 0-1,-1 1 1,0 0 0,0 0-1,-1 0 1,6 9-1,19 24 140,12 5-40,3-2 0,1-2 1,2-2-1,62 38 1,-22-30-70,-78-44-97,-8-1 3,0-1 1,0 0-1,0 0 0,0 0 0,0 0 1,0 1-1,1-1 0,-1 1 0,0-1 1,0 1-1,0-1 0,0 1 0,-1-1 1,3 3 811,-30-3-855,18 1 41,0 0 0,0 0 0,0 1 0,1 1 0,-1-1 0,1 1-1,0 1 1,0 0 0,0 0 0,-15 10 0,5-1-5,1 0 0,0 1 0,-19 22-1,14-10 20,15-17-11,0 0 1,-1-1-1,-1 0 1,1 0 0,-11 7-1,16-13 18,2 2 30,1-3-24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2:12.3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52 32 200,'0'0'3985,"2"-4"-3757,-1 2-203,-1 0-19,0 1 0,1 0 0,-1-1 0,1 1 0,-1 0 0,1-1 0,0 1 0,-1 0 0,1 0 0,0 0 0,0 0 0,0 0 0,0 0 0,0 0 0,0 0 0,0 0 0,0 0 0,0 1 0,1-1 0,-1 0 0,0 1 0,1-1 0,-1 1 0,2-1 0,-2 1 60,-15 0 3160,-14 2-2618,-10 5 1921,44-7-2188,1617 0 2595,-1460-6-3026,-199 13-2805,9 4 220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2:15.0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44 1560,'0'0'4491,"-6"-8"-4033,-23-27 5116,27 40-4312,1 14-2038,1-18 1247,2 22-231,0 1 0,2-1 0,9 33 1,0-2-14,9 73 263,8 177 1,-27-202-250,-2-47-175,2 0 0,2 0 1,21 94-1,-17-114-37,-2 1-1,-1 1 1,-2-1-1,-2 1 0,-1 0 1,-5 44-1,3 9-87,2-20 1522,24-70-1319,334-11 118,2 0-272,722 11 851,-1107-353-288,14 202-537,5 60-8,2 62-11,-2 1 0,-2-1 0,-16-45 0,14 46 0,1 0 0,0 0 0,-4-49 0,9 41-8,0-1 0,-2 1-1,-2-1 1,-20-59 0,19 71 60,6 18-59,0 0 0,0 1 0,-1 0 0,0-1 1,0 1-1,0 0 0,-1 0 0,-6-7 0,5 4 11,-1-1 0,2 0 0,0 0 0,0 0 0,0 0 0,1 0 0,-2-18 0,4-6 12,-2-59 46,-1 130-14854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3:39.4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1506 16,'8'-16'10704,"17"6"-10590,0 1-1,0 1 1,36-6 0,-54 12-67,204-60 591,-128 35-287,430-148 1055,-399 134-1351,410-126 501,-292 96-484,521-127 120,-150 74-40,91-20-57,-25-6-27,6 32-10,160 50 10,38 42 50,2 26-86,-373 2-1,273-2 858,-774 0-825,-1 0-54,2 0-6,-1 0 76,-1-1-190,0 0 0,-1-1 0,1 1 0,-1 0 0,1 0 0,-1 0 0,1 0 0,-1 0 0,0 0 0,1 0 0,-1 0 0,0 0 0,0 0 0,1 0 0,-1 0 0,0 1 0,0-1 0,-2-1 0,-24-14-2496,5 2 676,8-1-782,-2 2-2095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3:40.4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12 2921,'0'0'5186,"-2"-2"-4447,1 2-673,1-1 0,0 1 0,0 0 0,-1 0 0,1 0 0,0 0 0,0 0 0,0-1 0,-1 1-1,1 0 1,0 0 0,0 0 0,0-1 0,-1 1 0,1 0 0,0 0 0,0-1 0,0 1 0,0 0 0,0-1 0,0 1 0,0 0 0,0 0 0,0-1 0,-1 1 0,1 0 0,0 0 0,0-1 0,1 1 0,-1 0 0,0-1 0,0 1-1,0 0 1,0 0 0,0-1 0,0 1 0,0-1 0,13 3 1071,32 15-628,-28-11-35,35 10-39,0-2 1,76 9-1,6 1-79,-61-9-187,88 24 51,-159-39-211,-1 0 1,1 1-1,0 0 0,0-1 0,0 1 0,0 0 0,-1 0 0,1 0 0,0 0 0,-1 0 0,1 0 1,-1 0-1,1 1 0,1 2 0,-2-3 3,-1-1 0,0 1 0,0 0 0,0-1 0,0 1 0,1 0 0,-1 0 1,0-1-1,0 1 0,0 0 0,-1-1 0,1 1 0,0 0 0,0 0 0,0-1 0,0 1 0,-1 0 0,1-1 0,0 1 0,-1 0 1,1-1-1,0 1 0,-1-1 0,1 1 0,-1 0 0,0 0 0,-6 5 93,0 0-1,-1 0 1,0 0-1,-16 8 1,-1 1-251,-2 4 164,-273 204 11,236-170-13,2 3-1,-80 93 1,138-145 20,4-4 175,6-1-221,93-39-3556,-63 25-1584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25:41.9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1041 1376,'0'0'13319,"2"-19"-12817,5 12-465,1 0 1,0 1 0,0 0-1,1 0 1,-1 1-1,1 0 1,11-4 0,6-4-6,48-27 124,57-34-44,-121 67-100,289-166 536,-165 117-421,109-31-83,-78 32 20,114-33 27,-147 54-20,249-30 0,143-27 27,-247 46-9,-87 16-32,260-37 75,-128 47-46,27 3-98,-343 16 65,0 0 0,-1-1 0,1 0 0,-1 0 0,1 0 0,-1-1 0,0 1 0,9-5 0,-5 5 76,-7 1-82,-43 1-10025,18 2 4948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25:43.4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 30 1664,'0'0'3502,"-4"-16"1103,4 16-4511,-1 0-1,1 0 1,0 0-1,-1 0 0,1-1 1,0 1-1,0 0 0,-1 0 1,1 0-1,0-1 0,0 1 1,-1 0-1,1 0 1,0-1-1,0 1 0,0 0 1,-1 0-1,1-1 0,0 1 1,0 0-1,0 0 0,0-1 1,0 1-1,0 0 1,0-1-1,0 1 0,0 0 1,0-1-1,0 1 0,0 0 1,0-1-1,0 1 0,0 0 1,0-1-1,0 1 1,0 0-1,0 0 0,0-1 1,0 1-1,1-1 0,14-2 1397,19 7-1137,21 9-3,-36-8-153,37 6 0,-18-4-77,10 0-33,-35-6-75,0 1 0,-1 0 0,1 0 0,0 2 0,-1-1 0,0 2 1,0-1-1,0 2 0,-1 0 0,21 13 0,16 8 10,-37-22 0,1-1 0,0 1 1,0-2-1,0 0 1,0 0-1,1-1 0,-1-1 1,1 0-1,18-1 1,-30 0 379,-28 0-382,24 0-18,-2-1-3,-1 1 1,1 0 0,-1 0-1,1 0 1,-1 1 0,1 0-1,-1 0 1,1 0 0,0 1-1,0-1 1,0 1 0,0 1-1,0-1 1,0 1 0,-6 4-1,-123 88-9,37-12 52,81-72-38,0 0-1,-22 10 1,20-11 1,-31 21 1,36-22-108,-5 3 98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068CD-4EFE-4936-1C17-F833CD158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43A37C-2F1B-61CE-BA1B-31D771243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8AAB5-FF75-FE6F-F0CB-DBDCF177D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93103-930B-4864-A0CC-E5CD95E9581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38548-78C8-2CE0-F23E-72E84EE38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3070E-7C5E-5BF3-F9CE-15A294F6C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586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144B7-6B44-A921-772C-77510C1C1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C02AE-37BB-8395-04AE-5BD4575AB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724AC-A810-B3BE-F1F8-2537A1E6B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93103-930B-4864-A0CC-E5CD95E9581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65DC-01E0-D3D0-BAAE-51193ED7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9E1FD-B9E9-7365-C871-584A2167F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44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EAABE-5351-DE7F-E5CF-43B14DC73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2EAC0-2337-7346-3044-67D27CEAB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0DFA2-53FC-4ECB-8CBA-13B3DB82D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93103-930B-4864-A0CC-E5CD95E9581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4EAFF-E0C8-025B-95A2-8201B8556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02D37-C825-C2FC-C9B4-977D2F08C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601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9E7AD-4650-1F6B-8F24-3D076113E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A2F97-B48B-1F86-0E3F-A6921FED4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5C22E-F8EB-3ED6-D7BD-29B3DDC47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96148-43E0-8503-48D5-46FBE8B20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93103-930B-4864-A0CC-E5CD95E9581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AE619-BAFD-0722-04D0-8AF25DB78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8098D-B528-3E03-81CE-64587262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0153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07B8B-27E5-859D-3069-F067E202B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3877E-9F54-9005-B7DC-C0E361B82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9ECD8-3C03-0DE7-FA4A-C3C471CDB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A8CF3E-FAA4-E64C-05DC-1F86A1273B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D8DDA9-627D-03A0-6C77-EE7F9F202B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F49F8B-CB52-F00B-3ABB-651920317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93103-930B-4864-A0CC-E5CD95E9581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A16958-1B64-AF60-8F7F-4AEC7713B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3BAE2E-1D8A-1E99-6633-363D3C4D6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2350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8CAEC-D56F-0E97-70C5-30B05797F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544BE-7253-73E4-9488-067F5B6E9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93103-930B-4864-A0CC-E5CD95E9581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8DC215-DDD0-B91E-9041-BA223E93B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1301F-236A-CB09-9B0C-8D5658FA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68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54AC62-301B-1DDB-2E47-716236F2A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93103-930B-4864-A0CC-E5CD95E9581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889AE5-48A7-E0BC-ED21-F3D738841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07140-C4F7-1269-F963-7AD24AFBD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748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A138-9434-C811-6A6F-A477A7D54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3D78-B4AE-E8BA-2665-626EA8D74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CAAA1-B7CA-59D4-5A2A-AF294D586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90578-6A71-77F9-ADB2-A3FA2D28E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93103-930B-4864-A0CC-E5CD95E9581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AED2F-56A5-E0A1-BF69-87940ED57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7588C-FCCB-A9B4-09B9-729624E5C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933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7C7D7-AC20-072F-FF4B-5114A67CC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2D9376-736E-CA53-4BA9-A612F4428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2ED65-B7F4-FC7D-BCB2-0A207F652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A7451-6EEE-A6F2-F081-9D880D2A2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93103-930B-4864-A0CC-E5CD95E9581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8BE14-37C9-BE50-7C83-3D5BA7EDC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2FCBF-A0C1-54DC-8D68-BE8F0114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79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B2D46-361F-BEDF-472E-13085BC9F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513505-C5D1-F71E-878B-0F0EE85F4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CAA33-BD72-5E83-AE41-A755D0C7C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93103-930B-4864-A0CC-E5CD95E9581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FB61C-E596-3440-EBE5-814B6833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5B7FB-13DA-1F28-AA53-E6785071E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1159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994A9F-B84B-F91D-2F5D-823DB3DACA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A07CE6-A9F8-F9E2-EBC8-1AC15ECA3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BAD5A-2749-6D54-B00A-41BFD076F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93103-930B-4864-A0CC-E5CD95E9581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FC280-80DB-6D98-84FD-A81FFD630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0F262-311C-8590-1BF2-822B94439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240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F3BE-512F-A9CE-900D-B6E0068F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E759-8398-1C8B-4F38-3B5F5F38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DE8A-E854-1D1C-8B81-59D30458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DB82-9D26-A4A7-DD71-B140CE7B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4B25-EB67-28E5-5C5F-D5789BB8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823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8F54-B80F-E040-0537-D4AB536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052E-FBAF-9764-17B4-44EEDA19C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8461-73E6-DA43-A804-1BED2DED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90D2-FEC4-8B98-89A9-8B863F90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767BA-0170-E4AA-D831-BE5F2B30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00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43F4-DF9D-3089-607F-F630042D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C6B38-3C8D-E9B6-AE09-3D4FB3A9E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96E3-1754-8F20-FFD6-495F35BE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ECFE-EDD5-4401-2AE2-5CF0BEE5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226EF-4679-CF6F-CF81-24B22760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74992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617A-463C-B0FA-843B-05D55BB4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0016E-78F1-F75B-BC93-791E45376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4ACE3-6B57-CC2B-E335-02B52C0E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D783-A52E-0064-668C-D393154B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DF47-CE09-3FD5-8ADD-0A6CFFA9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E330-F483-EA66-3FEC-34BA5B6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3876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9D43-5E5B-48DD-A60B-FDDAC693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F32E-5382-7984-7E93-85C80744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8230-A817-7965-EFCB-0720B4AB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3800D-524D-E9FD-E4E6-8A0324046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48E2B-8B3B-4A12-8C05-6222B14B4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83518-B8B2-5C7F-CD0A-125EFA78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0EBAF-1066-8FE2-60BF-0AD28A9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6C8C0-F362-9C7F-C203-EC0BF19B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044E-9B9D-6532-38C5-2548C08E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5C59B-7D5D-D630-8E28-4022FF76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964E-2C9E-7926-8B63-80F95308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FA47-9D75-E0FF-8FB3-0F9EF181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62848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68972-0D81-CE22-EDE6-5BD70E2B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F470F-F056-E314-B018-2C9E07E7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BD58-FE18-5B4B-0126-E111600D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3240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1CF6-20E5-C8D0-55EF-0044CFF3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3B3F-0A8A-88D7-368C-2C0D15C33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8D0F0-7D28-2713-49F8-A122409C5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5D5A1-AB6A-3313-6D15-BF77B31E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9E29-6085-AC32-B97C-BE6FFEDD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7273-FC10-830B-4EE1-EF7CBFF7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6283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18FA-A510-D593-C2E8-A943D32C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86480-7067-230A-B3CE-415EF472B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E5E3-C685-17BB-99D4-CCE0E3B5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FCBDC-72D1-DA03-EEBB-12C473CA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BEEE8-F749-3928-8336-8F0490C7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2A82A-58B8-B13C-BD66-5D340CA1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5298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1B81-8671-ED96-E3F5-C681FFE3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FCA56-3F75-07CB-9FB7-F0F7B78E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C168-4ABB-D666-29C9-347EFF50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C89C-E42B-0302-ED96-48D8638B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ADE0-9275-B9E0-72CF-A481D81C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9804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CC2B5-AAB4-6939-855D-759D3FB8B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0E091-D309-3C53-FAA0-94D42F52B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D9BE-9D56-0A3B-FC8E-767BBF1A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C3CD-7309-6765-72C1-5982459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70F7-1F47-1B7A-7B20-44E99C1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719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74BF58-999E-0168-6F54-6C3A6ED25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12F52-C4D2-4331-E282-0283CD347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F65B8-905C-03C7-50DE-DD42AD9852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93103-930B-4864-A0CC-E5CD95E9581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2B204-A224-6FD4-AA53-47FF8050F6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EE1F5-182B-4EBD-A4A5-9813D9069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A2A5D-5A42-4533-ACF4-15D55555B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7551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E771D-197D-29E2-0B81-12A4FAE2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99D2-8F60-BB7F-534F-CDB425A4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CE3F2-2023-C212-377A-F9A16C052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51BA1-F58B-40DF-9C13-73BC69DE2A80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B2B7-BC4C-BF5C-4319-2E83B888F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4DCB-AAB0-5D1A-3349-E5C5C3E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3804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2.xml"/><Relationship Id="rId63" Type="http://schemas.openxmlformats.org/officeDocument/2006/relationships/customXml" Target="../ink/ink5.xml"/><Relationship Id="rId68" Type="http://schemas.openxmlformats.org/officeDocument/2006/relationships/image" Target="../media/image10.png"/><Relationship Id="rId84" Type="http://schemas.openxmlformats.org/officeDocument/2006/relationships/image" Target="../media/image18.png"/><Relationship Id="rId89" Type="http://schemas.openxmlformats.org/officeDocument/2006/relationships/customXml" Target="../ink/ink18.xml"/><Relationship Id="rId112" Type="http://schemas.openxmlformats.org/officeDocument/2006/relationships/image" Target="../media/image33.png"/><Relationship Id="rId133" Type="http://schemas.openxmlformats.org/officeDocument/2006/relationships/customXml" Target="../ink/ink40.xml"/><Relationship Id="rId138" Type="http://schemas.openxmlformats.org/officeDocument/2006/relationships/image" Target="../media/image46.png"/><Relationship Id="rId154" Type="http://schemas.openxmlformats.org/officeDocument/2006/relationships/image" Target="../media/image54.png"/><Relationship Id="rId159" Type="http://schemas.openxmlformats.org/officeDocument/2006/relationships/customXml" Target="../ink/ink53.xml"/><Relationship Id="rId107" Type="http://schemas.openxmlformats.org/officeDocument/2006/relationships/customXml" Target="../ink/ink27.xml"/><Relationship Id="rId58" Type="http://schemas.openxmlformats.org/officeDocument/2006/relationships/image" Target="../media/image5.png"/><Relationship Id="rId74" Type="http://schemas.openxmlformats.org/officeDocument/2006/relationships/image" Target="../media/image13.png"/><Relationship Id="rId79" Type="http://schemas.openxmlformats.org/officeDocument/2006/relationships/customXml" Target="../ink/ink13.xml"/><Relationship Id="rId102" Type="http://schemas.openxmlformats.org/officeDocument/2006/relationships/image" Target="../media/image27.png"/><Relationship Id="rId123" Type="http://schemas.openxmlformats.org/officeDocument/2006/relationships/customXml" Target="../ink/ink35.xml"/><Relationship Id="rId128" Type="http://schemas.openxmlformats.org/officeDocument/2006/relationships/image" Target="../media/image41.png"/><Relationship Id="rId144" Type="http://schemas.openxmlformats.org/officeDocument/2006/relationships/image" Target="../media/image49.png"/><Relationship Id="rId149" Type="http://schemas.openxmlformats.org/officeDocument/2006/relationships/customXml" Target="../ink/ink48.xml"/><Relationship Id="rId90" Type="http://schemas.openxmlformats.org/officeDocument/2006/relationships/image" Target="../media/image21.png"/><Relationship Id="rId95" Type="http://schemas.openxmlformats.org/officeDocument/2006/relationships/customXml" Target="../ink/ink21.xml"/><Relationship Id="rId160" Type="http://schemas.openxmlformats.org/officeDocument/2006/relationships/image" Target="../media/image57.png"/><Relationship Id="rId64" Type="http://schemas.openxmlformats.org/officeDocument/2006/relationships/image" Target="../media/image8.png"/><Relationship Id="rId69" Type="http://schemas.openxmlformats.org/officeDocument/2006/relationships/customXml" Target="../ink/ink8.xml"/><Relationship Id="rId113" Type="http://schemas.openxmlformats.org/officeDocument/2006/relationships/customXml" Target="../ink/ink30.xml"/><Relationship Id="rId118" Type="http://schemas.openxmlformats.org/officeDocument/2006/relationships/image" Target="../media/image36.png"/><Relationship Id="rId134" Type="http://schemas.openxmlformats.org/officeDocument/2006/relationships/image" Target="../media/image44.png"/><Relationship Id="rId139" Type="http://schemas.openxmlformats.org/officeDocument/2006/relationships/customXml" Target="../ink/ink43.xml"/><Relationship Id="rId80" Type="http://schemas.openxmlformats.org/officeDocument/2006/relationships/image" Target="../media/image16.png"/><Relationship Id="rId85" Type="http://schemas.openxmlformats.org/officeDocument/2006/relationships/customXml" Target="../ink/ink16.xml"/><Relationship Id="rId150" Type="http://schemas.openxmlformats.org/officeDocument/2006/relationships/image" Target="../media/image52.png"/><Relationship Id="rId155" Type="http://schemas.openxmlformats.org/officeDocument/2006/relationships/customXml" Target="../ink/ink51.xml"/><Relationship Id="rId59" Type="http://schemas.openxmlformats.org/officeDocument/2006/relationships/customXml" Target="../ink/ink3.xml"/><Relationship Id="rId103" Type="http://schemas.openxmlformats.org/officeDocument/2006/relationships/customXml" Target="../ink/ink25.xml"/><Relationship Id="rId108" Type="http://schemas.openxmlformats.org/officeDocument/2006/relationships/image" Target="../media/image30.png"/><Relationship Id="rId124" Type="http://schemas.openxmlformats.org/officeDocument/2006/relationships/image" Target="../media/image39.png"/><Relationship Id="rId129" Type="http://schemas.openxmlformats.org/officeDocument/2006/relationships/customXml" Target="../ink/ink38.xml"/><Relationship Id="rId62" Type="http://schemas.openxmlformats.org/officeDocument/2006/relationships/image" Target="../media/image7.png"/><Relationship Id="rId70" Type="http://schemas.openxmlformats.org/officeDocument/2006/relationships/image" Target="../media/image11.png"/><Relationship Id="rId75" Type="http://schemas.openxmlformats.org/officeDocument/2006/relationships/customXml" Target="../ink/ink11.xml"/><Relationship Id="rId83" Type="http://schemas.openxmlformats.org/officeDocument/2006/relationships/customXml" Target="../ink/ink15.xml"/><Relationship Id="rId88" Type="http://schemas.openxmlformats.org/officeDocument/2006/relationships/image" Target="../media/image20.png"/><Relationship Id="rId91" Type="http://schemas.openxmlformats.org/officeDocument/2006/relationships/customXml" Target="../ink/ink19.xml"/><Relationship Id="rId96" Type="http://schemas.openxmlformats.org/officeDocument/2006/relationships/image" Target="../media/image24.png"/><Relationship Id="rId111" Type="http://schemas.openxmlformats.org/officeDocument/2006/relationships/customXml" Target="../ink/ink29.xml"/><Relationship Id="rId132" Type="http://schemas.openxmlformats.org/officeDocument/2006/relationships/image" Target="../media/image43.png"/><Relationship Id="rId140" Type="http://schemas.openxmlformats.org/officeDocument/2006/relationships/image" Target="../media/image47.png"/><Relationship Id="rId145" Type="http://schemas.openxmlformats.org/officeDocument/2006/relationships/customXml" Target="../ink/ink46.xml"/><Relationship Id="rId153" Type="http://schemas.openxmlformats.org/officeDocument/2006/relationships/customXml" Target="../ink/ink50.xml"/><Relationship Id="rId1" Type="http://schemas.openxmlformats.org/officeDocument/2006/relationships/slideLayout" Target="../slideLayouts/slideLayout2.xml"/><Relationship Id="rId57" Type="http://schemas.openxmlformats.org/officeDocument/2006/relationships/customXml" Target="../ink/ink2.xml"/><Relationship Id="rId106" Type="http://schemas.openxmlformats.org/officeDocument/2006/relationships/image" Target="../media/image29.png"/><Relationship Id="rId114" Type="http://schemas.openxmlformats.org/officeDocument/2006/relationships/image" Target="../media/image34.png"/><Relationship Id="rId119" Type="http://schemas.openxmlformats.org/officeDocument/2006/relationships/customXml" Target="../ink/ink33.xml"/><Relationship Id="rId127" Type="http://schemas.openxmlformats.org/officeDocument/2006/relationships/customXml" Target="../ink/ink37.xml"/><Relationship Id="rId60" Type="http://schemas.openxmlformats.org/officeDocument/2006/relationships/image" Target="../media/image6.png"/><Relationship Id="rId65" Type="http://schemas.openxmlformats.org/officeDocument/2006/relationships/customXml" Target="../ink/ink6.xml"/><Relationship Id="rId73" Type="http://schemas.openxmlformats.org/officeDocument/2006/relationships/customXml" Target="../ink/ink10.xml"/><Relationship Id="rId78" Type="http://schemas.openxmlformats.org/officeDocument/2006/relationships/image" Target="../media/image15.png"/><Relationship Id="rId81" Type="http://schemas.openxmlformats.org/officeDocument/2006/relationships/customXml" Target="../ink/ink14.xml"/><Relationship Id="rId86" Type="http://schemas.openxmlformats.org/officeDocument/2006/relationships/image" Target="../media/image19.png"/><Relationship Id="rId94" Type="http://schemas.openxmlformats.org/officeDocument/2006/relationships/image" Target="../media/image23.png"/><Relationship Id="rId99" Type="http://schemas.openxmlformats.org/officeDocument/2006/relationships/customXml" Target="../ink/ink23.xml"/><Relationship Id="rId101" Type="http://schemas.openxmlformats.org/officeDocument/2006/relationships/customXml" Target="../ink/ink24.xml"/><Relationship Id="rId122" Type="http://schemas.openxmlformats.org/officeDocument/2006/relationships/image" Target="../media/image38.png"/><Relationship Id="rId130" Type="http://schemas.openxmlformats.org/officeDocument/2006/relationships/image" Target="../media/image42.png"/><Relationship Id="rId135" Type="http://schemas.openxmlformats.org/officeDocument/2006/relationships/customXml" Target="../ink/ink41.xml"/><Relationship Id="rId143" Type="http://schemas.openxmlformats.org/officeDocument/2006/relationships/customXml" Target="../ink/ink45.xml"/><Relationship Id="rId148" Type="http://schemas.openxmlformats.org/officeDocument/2006/relationships/image" Target="../media/image51.png"/><Relationship Id="rId151" Type="http://schemas.openxmlformats.org/officeDocument/2006/relationships/customXml" Target="../ink/ink49.xml"/><Relationship Id="rId156" Type="http://schemas.openxmlformats.org/officeDocument/2006/relationships/image" Target="../media/image55.png"/><Relationship Id="rId109" Type="http://schemas.openxmlformats.org/officeDocument/2006/relationships/customXml" Target="../ink/ink28.xml"/><Relationship Id="rId76" Type="http://schemas.openxmlformats.org/officeDocument/2006/relationships/image" Target="../media/image14.png"/><Relationship Id="rId97" Type="http://schemas.openxmlformats.org/officeDocument/2006/relationships/customXml" Target="../ink/ink22.xml"/><Relationship Id="rId104" Type="http://schemas.openxmlformats.org/officeDocument/2006/relationships/image" Target="../media/image28.png"/><Relationship Id="rId120" Type="http://schemas.openxmlformats.org/officeDocument/2006/relationships/image" Target="../media/image37.png"/><Relationship Id="rId125" Type="http://schemas.openxmlformats.org/officeDocument/2006/relationships/customXml" Target="../ink/ink36.xml"/><Relationship Id="rId141" Type="http://schemas.openxmlformats.org/officeDocument/2006/relationships/customXml" Target="../ink/ink44.xml"/><Relationship Id="rId146" Type="http://schemas.openxmlformats.org/officeDocument/2006/relationships/image" Target="../media/image50.png"/><Relationship Id="rId71" Type="http://schemas.openxmlformats.org/officeDocument/2006/relationships/customXml" Target="../ink/ink9.xml"/><Relationship Id="rId92" Type="http://schemas.openxmlformats.org/officeDocument/2006/relationships/image" Target="../media/image22.png"/><Relationship Id="rId2" Type="http://schemas.openxmlformats.org/officeDocument/2006/relationships/image" Target="../media/image4.jpg"/><Relationship Id="rId66" Type="http://schemas.openxmlformats.org/officeDocument/2006/relationships/image" Target="../media/image9.png"/><Relationship Id="rId87" Type="http://schemas.openxmlformats.org/officeDocument/2006/relationships/customXml" Target="../ink/ink17.xml"/><Relationship Id="rId110" Type="http://schemas.openxmlformats.org/officeDocument/2006/relationships/image" Target="../media/image32.png"/><Relationship Id="rId115" Type="http://schemas.openxmlformats.org/officeDocument/2006/relationships/customXml" Target="../ink/ink31.xml"/><Relationship Id="rId131" Type="http://schemas.openxmlformats.org/officeDocument/2006/relationships/customXml" Target="../ink/ink39.xml"/><Relationship Id="rId136" Type="http://schemas.openxmlformats.org/officeDocument/2006/relationships/image" Target="../media/image45.png"/><Relationship Id="rId157" Type="http://schemas.openxmlformats.org/officeDocument/2006/relationships/customXml" Target="../ink/ink52.xml"/><Relationship Id="rId61" Type="http://schemas.openxmlformats.org/officeDocument/2006/relationships/customXml" Target="../ink/ink4.xml"/><Relationship Id="rId82" Type="http://schemas.openxmlformats.org/officeDocument/2006/relationships/image" Target="../media/image17.png"/><Relationship Id="rId152" Type="http://schemas.openxmlformats.org/officeDocument/2006/relationships/image" Target="../media/image53.png"/><Relationship Id="rId56" Type="http://schemas.openxmlformats.org/officeDocument/2006/relationships/image" Target="../media/image31.png"/><Relationship Id="rId77" Type="http://schemas.openxmlformats.org/officeDocument/2006/relationships/customXml" Target="../ink/ink12.xml"/><Relationship Id="rId100" Type="http://schemas.openxmlformats.org/officeDocument/2006/relationships/image" Target="../media/image26.png"/><Relationship Id="rId105" Type="http://schemas.openxmlformats.org/officeDocument/2006/relationships/customXml" Target="../ink/ink26.xml"/><Relationship Id="rId126" Type="http://schemas.openxmlformats.org/officeDocument/2006/relationships/image" Target="../media/image40.png"/><Relationship Id="rId147" Type="http://schemas.openxmlformats.org/officeDocument/2006/relationships/customXml" Target="../ink/ink47.xml"/><Relationship Id="rId72" Type="http://schemas.openxmlformats.org/officeDocument/2006/relationships/image" Target="../media/image12.png"/><Relationship Id="rId93" Type="http://schemas.openxmlformats.org/officeDocument/2006/relationships/customXml" Target="../ink/ink20.xml"/><Relationship Id="rId98" Type="http://schemas.openxmlformats.org/officeDocument/2006/relationships/image" Target="../media/image25.png"/><Relationship Id="rId121" Type="http://schemas.openxmlformats.org/officeDocument/2006/relationships/customXml" Target="../ink/ink34.xml"/><Relationship Id="rId142" Type="http://schemas.openxmlformats.org/officeDocument/2006/relationships/image" Target="../media/image48.png"/><Relationship Id="rId3" Type="http://schemas.openxmlformats.org/officeDocument/2006/relationships/customXml" Target="../ink/ink1.xml"/><Relationship Id="rId67" Type="http://schemas.openxmlformats.org/officeDocument/2006/relationships/customXml" Target="../ink/ink7.xml"/><Relationship Id="rId116" Type="http://schemas.openxmlformats.org/officeDocument/2006/relationships/image" Target="../media/image35.png"/><Relationship Id="rId137" Type="http://schemas.openxmlformats.org/officeDocument/2006/relationships/customXml" Target="../ink/ink42.xml"/><Relationship Id="rId158" Type="http://schemas.openxmlformats.org/officeDocument/2006/relationships/image" Target="../media/image5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fo-zas/zas-robotics-motion/blob/main/04_BasicFunctionalTests/00_BasicTests/02_DC_Encoder_Motor_Basic.ino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o-zas/zas-robotics-motion/blob/main/04_BasicFunctionalTests/00_BasicTests/02_DC_Encoder_Motor_Basic.ino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fo-zas/zas-robotics-motion/blob/main/04_BasicFunctionalTests/00_BasicTests/02_DC_Encoder_Motor_Basic.ino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fo-zas/zas-robotics-motion/blob/main/04_BasicFunctionalTests/00_BasicTests/08_Stepper_Motor_Control.ino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o-zas/zas-robotics-motion/blob/main/04_BasicFunctionalTests/00_BasicTests/08_Stepper_Motor_Control.ino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o-zas/zas-robotics-motion/blob/main/04_BasicFunctionalTests/00_BasicTests/06_EncoderTicksByHand.ino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o-zas/zas-robotics-motion/blob/main/04_BasicFunctionalTests/00_BasicTests/07_EncoderMotor_Target_Ticks_PID_Controller.ino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43CBF-63AF-125D-916B-9AF10CDB2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GB" b="1" dirty="0"/>
              <a:t>ZAS Robotics (Motion Kit)</a:t>
            </a:r>
            <a:br>
              <a:rPr lang="en-GB" b="1" dirty="0"/>
            </a:br>
            <a:r>
              <a:rPr lang="en-GB" b="1" dirty="0"/>
              <a:t>Training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7575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681BD-7BBB-877C-DF26-A67D0773B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E3FA3-F13E-2E6F-9FB3-D6768582D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Kit 2 (Motion Kit)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3349F5-019B-F31A-E1ED-462C2A8733A0}"/>
              </a:ext>
            </a:extLst>
          </p:cNvPr>
          <p:cNvSpPr txBox="1"/>
          <p:nvPr/>
        </p:nvSpPr>
        <p:spPr>
          <a:xfrm>
            <a:off x="10885" y="1102861"/>
            <a:ext cx="1217023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FF715B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Review the Contents in the Box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9CB4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Review &amp; Discuss the Motion Creative Board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9CB4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Discuss the Health &amp; Safety Precautions, Power Supply and Sensor Modules V/G Pins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Conduct the Following Labs on both the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715B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Bread Board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and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Creative Board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DC Motor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Stepper Motor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Conduct the Following Labs on the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Creative Board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DC Motor Encoder – Ticks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DC Motor Encoder – PID Controller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Discuss the </a:t>
            </a:r>
            <a:r>
              <a:rPr kumimoji="0" lang="en-GB" sz="2400" b="0" i="0" u="sng" strike="noStrike" kern="1200" cap="none" spc="0" normalizeH="0" baseline="0" noProof="0" dirty="0">
                <a:ln>
                  <a:noFill/>
                </a:ln>
                <a:solidFill>
                  <a:srgbClr val="219EB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Bread Board</a:t>
            </a:r>
            <a:r>
              <a:rPr kumimoji="0" lang="en-GB" sz="24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of the </a:t>
            </a:r>
            <a:r>
              <a:rPr kumimoji="0" lang="en-GB" sz="2400" b="0" i="0" u="sng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Creative Board</a:t>
            </a:r>
          </a:p>
        </p:txBody>
      </p:sp>
    </p:spTree>
    <p:extLst>
      <p:ext uri="{BB962C8B-B14F-4D97-AF65-F5344CB8AC3E}">
        <p14:creationId xmlns:p14="http://schemas.microsoft.com/office/powerpoint/2010/main" val="3261371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/>
          <a:lstStyle/>
          <a:p>
            <a:r>
              <a:rPr lang="en-GB" b="1" dirty="0"/>
              <a:t>Motion Kit (Contents)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17137-E5A7-AB39-DCE9-77E23D23B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Kit 2 Motion Creative 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5BAD3C-F960-F920-298C-1D4023B79B36}"/>
              </a:ext>
            </a:extLst>
          </p:cNvPr>
          <p:cNvSpPr txBox="1"/>
          <p:nvPr/>
        </p:nvSpPr>
        <p:spPr>
          <a:xfrm>
            <a:off x="1445341" y="6140866"/>
            <a:ext cx="363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 – Bare 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C0843-2C78-87AE-8477-7AE148F13E22}"/>
              </a:ext>
            </a:extLst>
          </p:cNvPr>
          <p:cNvSpPr txBox="1"/>
          <p:nvPr/>
        </p:nvSpPr>
        <p:spPr>
          <a:xfrm>
            <a:off x="6995157" y="6223819"/>
            <a:ext cx="4212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 – Motors Mounted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2318D0-B903-AB46-6305-A8203D754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12" y="1232719"/>
            <a:ext cx="5250426" cy="49222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1C45CA-8CFD-5CBD-FCE6-DBD67CD329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650" y="1223796"/>
            <a:ext cx="4885191" cy="476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637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33D8A-CB46-1C8C-B8AA-4EC947FEF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78" y="64393"/>
            <a:ext cx="10515600" cy="1325563"/>
          </a:xfrm>
        </p:spPr>
        <p:txBody>
          <a:bodyPr/>
          <a:lstStyle/>
          <a:p>
            <a:r>
              <a:rPr lang="en-GB" b="1" dirty="0"/>
              <a:t>Kit 2 Motion Creative Board - Features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2D502F-A347-C7FD-C5F9-FD8EF059B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590" y="1189270"/>
            <a:ext cx="4828729" cy="54255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9E2AF364-7C85-130D-2465-C8E325745097}"/>
                  </a:ext>
                </a:extLst>
              </p14:cNvPr>
              <p14:cNvContentPartPr/>
              <p14:nvPr/>
            </p14:nvContentPartPr>
            <p14:xfrm>
              <a:off x="6933324" y="5204443"/>
              <a:ext cx="820080" cy="489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9E2AF364-7C85-130D-2465-C8E32574509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924684" y="5195803"/>
                <a:ext cx="837720" cy="66600"/>
              </a:xfrm>
              <a:prstGeom prst="rect">
                <a:avLst/>
              </a:prstGeom>
            </p:spPr>
          </p:pic>
        </mc:Fallback>
      </mc:AlternateContent>
      <p:sp>
        <p:nvSpPr>
          <p:cNvPr id="167" name="TextBox 166">
            <a:extLst>
              <a:ext uri="{FF2B5EF4-FFF2-40B4-BE49-F238E27FC236}">
                <a16:creationId xmlns:a16="http://schemas.microsoft.com/office/drawing/2014/main" id="{F39F476A-0AF3-231D-186F-231D5810498F}"/>
              </a:ext>
            </a:extLst>
          </p:cNvPr>
          <p:cNvSpPr txBox="1"/>
          <p:nvPr/>
        </p:nvSpPr>
        <p:spPr>
          <a:xfrm>
            <a:off x="1183492" y="1917297"/>
            <a:ext cx="13226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Rotary Encoder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EE50DC6-EB51-4FDB-8A05-42DFC94B4B24}"/>
              </a:ext>
            </a:extLst>
          </p:cNvPr>
          <p:cNvSpPr txBox="1"/>
          <p:nvPr/>
        </p:nvSpPr>
        <p:spPr>
          <a:xfrm>
            <a:off x="1435004" y="2737099"/>
            <a:ext cx="1556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Encoder/DC Motor Connector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A21471A8-21C5-4031-7F4A-4C90CDDB4E7D}"/>
              </a:ext>
            </a:extLst>
          </p:cNvPr>
          <p:cNvSpPr txBox="1"/>
          <p:nvPr/>
        </p:nvSpPr>
        <p:spPr>
          <a:xfrm>
            <a:off x="616584" y="3401382"/>
            <a:ext cx="19382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TB6612 Motor Driver (DC/Encoder Motor Driver)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B2A9836-0A46-4722-A540-DC73CCB8E507}"/>
              </a:ext>
            </a:extLst>
          </p:cNvPr>
          <p:cNvSpPr txBox="1"/>
          <p:nvPr/>
        </p:nvSpPr>
        <p:spPr>
          <a:xfrm>
            <a:off x="2290064" y="4217862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OLED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97E41-53F1-E513-FB5C-22D206F865A6}"/>
              </a:ext>
            </a:extLst>
          </p:cNvPr>
          <p:cNvSpPr txBox="1"/>
          <p:nvPr/>
        </p:nvSpPr>
        <p:spPr>
          <a:xfrm>
            <a:off x="1113847" y="4737871"/>
            <a:ext cx="1320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ON/OFF Switch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DE1AF0-B822-70C5-E341-AE8303A46E09}"/>
              </a:ext>
            </a:extLst>
          </p:cNvPr>
          <p:cNvSpPr txBox="1"/>
          <p:nvPr/>
        </p:nvSpPr>
        <p:spPr>
          <a:xfrm>
            <a:off x="1416217" y="5678906"/>
            <a:ext cx="1228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Power Input Connectors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05FDDE-9856-FD15-8C94-4FA0724159F9}"/>
              </a:ext>
            </a:extLst>
          </p:cNvPr>
          <p:cNvSpPr txBox="1"/>
          <p:nvPr/>
        </p:nvSpPr>
        <p:spPr>
          <a:xfrm>
            <a:off x="4437452" y="6280311"/>
            <a:ext cx="1275349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Accelerometer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A54CF2-FDC3-983F-EA6B-8B9B624D668F}"/>
              </a:ext>
            </a:extLst>
          </p:cNvPr>
          <p:cNvSpPr txBox="1"/>
          <p:nvPr/>
        </p:nvSpPr>
        <p:spPr>
          <a:xfrm>
            <a:off x="6096000" y="1294146"/>
            <a:ext cx="1589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DC/Encoder Motor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86EB12-B3C9-691F-944B-D37F3BE73697}"/>
              </a:ext>
            </a:extLst>
          </p:cNvPr>
          <p:cNvSpPr txBox="1"/>
          <p:nvPr/>
        </p:nvSpPr>
        <p:spPr>
          <a:xfrm>
            <a:off x="6276577" y="1712133"/>
            <a:ext cx="10230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GPS Sensor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6FC4B2-CB1B-B8FC-0114-29098935832E}"/>
              </a:ext>
            </a:extLst>
          </p:cNvPr>
          <p:cNvSpPr txBox="1"/>
          <p:nvPr/>
        </p:nvSpPr>
        <p:spPr>
          <a:xfrm>
            <a:off x="8984097" y="1666566"/>
            <a:ext cx="1119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Servo Motor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A43A7F-2369-E54D-5879-AD4FFFDC212F}"/>
              </a:ext>
            </a:extLst>
          </p:cNvPr>
          <p:cNvSpPr txBox="1"/>
          <p:nvPr/>
        </p:nvSpPr>
        <p:spPr>
          <a:xfrm>
            <a:off x="9095312" y="3743877"/>
            <a:ext cx="1280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Stepper Motor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2771F5-CBA1-C444-859D-2081C552367C}"/>
              </a:ext>
            </a:extLst>
          </p:cNvPr>
          <p:cNvSpPr txBox="1"/>
          <p:nvPr/>
        </p:nvSpPr>
        <p:spPr>
          <a:xfrm>
            <a:off x="9390387" y="4135796"/>
            <a:ext cx="1780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Stepper Motor Driver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E8D371-FBD6-9026-DB4D-9C5EB9D68107}"/>
              </a:ext>
            </a:extLst>
          </p:cNvPr>
          <p:cNvSpPr txBox="1"/>
          <p:nvPr/>
        </p:nvSpPr>
        <p:spPr>
          <a:xfrm>
            <a:off x="9037869" y="5627030"/>
            <a:ext cx="1469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Free Connectors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D1CDB-F931-CDC3-1940-6D31F73727EE}"/>
              </a:ext>
            </a:extLst>
          </p:cNvPr>
          <p:cNvSpPr txBox="1"/>
          <p:nvPr/>
        </p:nvSpPr>
        <p:spPr>
          <a:xfrm>
            <a:off x="8986665" y="5245912"/>
            <a:ext cx="1443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Mini Breadboard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CCEE80-D748-1896-8DDB-072B8A73855E}"/>
              </a:ext>
            </a:extLst>
          </p:cNvPr>
          <p:cNvSpPr txBox="1"/>
          <p:nvPr/>
        </p:nvSpPr>
        <p:spPr>
          <a:xfrm>
            <a:off x="4981615" y="6604077"/>
            <a:ext cx="18893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Gesture/I2C Connector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9A2B63-F869-E2DB-580B-2D12FA75BB92}"/>
              </a:ext>
            </a:extLst>
          </p:cNvPr>
          <p:cNvSpPr txBox="1"/>
          <p:nvPr/>
        </p:nvSpPr>
        <p:spPr>
          <a:xfrm>
            <a:off x="7981931" y="6585066"/>
            <a:ext cx="2226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Connector (With Signal 12)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240C111-6DE0-DA39-B3B7-34E058A8DBA6}"/>
              </a:ext>
            </a:extLst>
          </p:cNvPr>
          <p:cNvGrpSpPr/>
          <p:nvPr/>
        </p:nvGrpSpPr>
        <p:grpSpPr>
          <a:xfrm>
            <a:off x="2588377" y="1932166"/>
            <a:ext cx="1604880" cy="474480"/>
            <a:chOff x="2588377" y="1932166"/>
            <a:chExt cx="1604880" cy="47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144B516-EE57-7073-D097-30EFB666B77F}"/>
                    </a:ext>
                  </a:extLst>
                </p14:cNvPr>
                <p14:cNvContentPartPr/>
                <p14:nvPr/>
              </p14:nvContentPartPr>
              <p14:xfrm>
                <a:off x="2684497" y="1996966"/>
                <a:ext cx="1508760" cy="409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144B516-EE57-7073-D097-30EFB666B77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666857" y="1979326"/>
                  <a:ext cx="154440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0849FAE-3C9A-71A5-9ACC-46C939364160}"/>
                    </a:ext>
                  </a:extLst>
                </p14:cNvPr>
                <p14:cNvContentPartPr/>
                <p14:nvPr/>
              </p14:nvContentPartPr>
              <p14:xfrm>
                <a:off x="2588377" y="1932166"/>
                <a:ext cx="255600" cy="195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0849FAE-3C9A-71A5-9ACC-46C93936416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570737" y="1914166"/>
                  <a:ext cx="291240" cy="2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64EBB9A-9E4E-CE94-EE22-27E28995F8A1}"/>
              </a:ext>
            </a:extLst>
          </p:cNvPr>
          <p:cNvGrpSpPr/>
          <p:nvPr/>
        </p:nvGrpSpPr>
        <p:grpSpPr>
          <a:xfrm>
            <a:off x="2523937" y="3178126"/>
            <a:ext cx="2307600" cy="776160"/>
            <a:chOff x="2523937" y="3178126"/>
            <a:chExt cx="2307600" cy="77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8722DF4-3FB2-6715-F8C7-92F7C317C182}"/>
                    </a:ext>
                  </a:extLst>
                </p14:cNvPr>
                <p14:cNvContentPartPr/>
                <p14:nvPr/>
              </p14:nvContentPartPr>
              <p14:xfrm>
                <a:off x="2825617" y="3220966"/>
                <a:ext cx="1479600" cy="388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8722DF4-3FB2-6715-F8C7-92F7C317C18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807977" y="3202966"/>
                  <a:ext cx="151524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6BA3DBC-F27F-8E5F-BE8E-E47A2BDCFB99}"/>
                    </a:ext>
                  </a:extLst>
                </p14:cNvPr>
                <p14:cNvContentPartPr/>
                <p14:nvPr/>
              </p14:nvContentPartPr>
              <p14:xfrm>
                <a:off x="2774857" y="3178126"/>
                <a:ext cx="186480" cy="162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6BA3DBC-F27F-8E5F-BE8E-E47A2BDCFB9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756857" y="3160486"/>
                  <a:ext cx="2221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5F095E8-9B5E-CAF8-BD5B-55B7B7E77716}"/>
                    </a:ext>
                  </a:extLst>
                </p14:cNvPr>
                <p14:cNvContentPartPr/>
                <p14:nvPr/>
              </p14:nvContentPartPr>
              <p14:xfrm>
                <a:off x="2594497" y="3442366"/>
                <a:ext cx="2237040" cy="461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5F095E8-9B5E-CAF8-BD5B-55B7B7E7771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576857" y="3424366"/>
                  <a:ext cx="227268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B29F8FB-99B1-0E94-9CF2-136A565F95AA}"/>
                    </a:ext>
                  </a:extLst>
                </p14:cNvPr>
                <p14:cNvContentPartPr/>
                <p14:nvPr/>
              </p14:nvContentPartPr>
              <p14:xfrm>
                <a:off x="2523937" y="3812086"/>
                <a:ext cx="215280" cy="142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B29F8FB-99B1-0E94-9CF2-136A565F95A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505937" y="3794446"/>
                  <a:ext cx="250920" cy="17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04A57D2-A632-6F12-C10C-A73C769252B3}"/>
                  </a:ext>
                </a:extLst>
              </p14:cNvPr>
              <p14:cNvContentPartPr/>
              <p14:nvPr/>
            </p14:nvContentPartPr>
            <p14:xfrm>
              <a:off x="6035737" y="5017006"/>
              <a:ext cx="82440" cy="4939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04A57D2-A632-6F12-C10C-A73C769252B3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018097" y="4999366"/>
                <a:ext cx="118080" cy="52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85F6296C-E770-5B5A-0B33-2DF182F6A1F7}"/>
                  </a:ext>
                </a:extLst>
              </p14:cNvPr>
              <p14:cNvContentPartPr/>
              <p14:nvPr/>
            </p14:nvContentPartPr>
            <p14:xfrm>
              <a:off x="6164977" y="3157246"/>
              <a:ext cx="2696760" cy="132048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85F6296C-E770-5B5A-0B33-2DF182F6A1F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146977" y="3139246"/>
                <a:ext cx="2732400" cy="13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0FF91044-14B1-91E5-8ECE-7A054F312DFC}"/>
                  </a:ext>
                </a:extLst>
              </p14:cNvPr>
              <p14:cNvContentPartPr/>
              <p14:nvPr/>
            </p14:nvContentPartPr>
            <p14:xfrm>
              <a:off x="8678497" y="3140326"/>
              <a:ext cx="268560" cy="16812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0FF91044-14B1-91E5-8ECE-7A054F312DF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660857" y="3122686"/>
                <a:ext cx="30420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25DEBDE-4F55-B86D-DE75-9D7665428CF2}"/>
                  </a:ext>
                </a:extLst>
              </p14:cNvPr>
              <p14:cNvContentPartPr/>
              <p14:nvPr/>
            </p14:nvContentPartPr>
            <p14:xfrm>
              <a:off x="5889217" y="3586366"/>
              <a:ext cx="360" cy="259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25DEBDE-4F55-B86D-DE75-9D7665428CF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871577" y="3568726"/>
                <a:ext cx="3600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9EFDF87-3928-3638-2D0A-839E6D65AA88}"/>
                  </a:ext>
                </a:extLst>
              </p14:cNvPr>
              <p14:cNvContentPartPr/>
              <p14:nvPr/>
            </p14:nvContentPartPr>
            <p14:xfrm>
              <a:off x="7585897" y="1867366"/>
              <a:ext cx="1365120" cy="7200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9EFDF87-3928-3638-2D0A-839E6D65AA88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567897" y="1849726"/>
                <a:ext cx="1400760" cy="75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B61421F-4A0E-264C-289F-0B3B0483E6ED}"/>
                  </a:ext>
                </a:extLst>
              </p14:cNvPr>
              <p14:cNvContentPartPr/>
              <p14:nvPr/>
            </p14:nvContentPartPr>
            <p14:xfrm>
              <a:off x="8773897" y="1832446"/>
              <a:ext cx="194400" cy="1882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B61421F-4A0E-264C-289F-0B3B0483E6ED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756257" y="1814806"/>
                <a:ext cx="2300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2D891897-8867-8754-909D-0539806AD2C8}"/>
                  </a:ext>
                </a:extLst>
              </p14:cNvPr>
              <p14:cNvContentPartPr/>
              <p14:nvPr/>
            </p14:nvContentPartPr>
            <p14:xfrm>
              <a:off x="5639377" y="3329686"/>
              <a:ext cx="405000" cy="6260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2D891897-8867-8754-909D-0539806AD2C8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621377" y="3311686"/>
                <a:ext cx="440640" cy="66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3716BA9-FB48-09B7-F493-3914D92DC8E1}"/>
                  </a:ext>
                </a:extLst>
              </p14:cNvPr>
              <p14:cNvContentPartPr/>
              <p14:nvPr/>
            </p14:nvContentPartPr>
            <p14:xfrm>
              <a:off x="6034657" y="2856286"/>
              <a:ext cx="2754720" cy="67212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3716BA9-FB48-09B7-F493-3914D92DC8E1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017017" y="2838646"/>
                <a:ext cx="2790360" cy="70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5DC0016-592A-CA98-FA50-072EB877093C}"/>
                  </a:ext>
                </a:extLst>
              </p14:cNvPr>
              <p14:cNvContentPartPr/>
              <p14:nvPr/>
            </p14:nvContentPartPr>
            <p14:xfrm>
              <a:off x="8650057" y="2808046"/>
              <a:ext cx="208800" cy="1868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5DC0016-592A-CA98-FA50-072EB877093C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632417" y="2790406"/>
                <a:ext cx="2444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B1AE393-5AC9-7259-2009-047A4E2BFE5C}"/>
                  </a:ext>
                </a:extLst>
              </p14:cNvPr>
              <p14:cNvContentPartPr/>
              <p14:nvPr/>
            </p14:nvContentPartPr>
            <p14:xfrm>
              <a:off x="2869177" y="4234726"/>
              <a:ext cx="1258560" cy="175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B1AE393-5AC9-7259-2009-047A4E2BFE5C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2851177" y="4216726"/>
                <a:ext cx="129420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8B2EB47-5B98-3F68-2234-67BCB06855BD}"/>
                  </a:ext>
                </a:extLst>
              </p14:cNvPr>
              <p14:cNvContentPartPr/>
              <p14:nvPr/>
            </p14:nvContentPartPr>
            <p14:xfrm>
              <a:off x="2859817" y="4302406"/>
              <a:ext cx="167400" cy="2106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8B2EB47-5B98-3F68-2234-67BCB06855BD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2841817" y="4284766"/>
                <a:ext cx="20304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461D23B-E9FD-41CC-90A0-0D58289931AD}"/>
                  </a:ext>
                </a:extLst>
              </p14:cNvPr>
              <p14:cNvContentPartPr/>
              <p14:nvPr/>
            </p14:nvContentPartPr>
            <p14:xfrm>
              <a:off x="2568217" y="4753486"/>
              <a:ext cx="1667160" cy="2325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461D23B-E9FD-41CC-90A0-0D58289931AD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550577" y="4735846"/>
                <a:ext cx="170280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FCCF5ED-AE5D-740A-4965-5B6E16489F79}"/>
                  </a:ext>
                </a:extLst>
              </p14:cNvPr>
              <p14:cNvContentPartPr/>
              <p14:nvPr/>
            </p14:nvContentPartPr>
            <p14:xfrm>
              <a:off x="2511337" y="4718566"/>
              <a:ext cx="241560" cy="1612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FCCF5ED-AE5D-740A-4965-5B6E16489F79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2493337" y="4700926"/>
                <a:ext cx="2772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68C54D6-9242-A934-9526-7C8F01424AF7}"/>
                  </a:ext>
                </a:extLst>
              </p14:cNvPr>
              <p14:cNvContentPartPr/>
              <p14:nvPr/>
            </p14:nvContentPartPr>
            <p14:xfrm>
              <a:off x="2382817" y="5059126"/>
              <a:ext cx="1329840" cy="5580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68C54D6-9242-A934-9526-7C8F01424AF7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2364817" y="5041126"/>
                <a:ext cx="1365480" cy="59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A4647B3-BD49-3D68-403A-FE9FBEDB2912}"/>
                  </a:ext>
                </a:extLst>
              </p14:cNvPr>
              <p14:cNvContentPartPr/>
              <p14:nvPr/>
            </p14:nvContentPartPr>
            <p14:xfrm>
              <a:off x="2476777" y="5775526"/>
              <a:ext cx="1029960" cy="421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A4647B3-BD49-3D68-403A-FE9FBEDB2912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458777" y="5757886"/>
                <a:ext cx="106560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0202A5E-CB02-B1B1-B396-C3C265CA6DFB}"/>
                  </a:ext>
                </a:extLst>
              </p14:cNvPr>
              <p14:cNvContentPartPr/>
              <p14:nvPr/>
            </p14:nvContentPartPr>
            <p14:xfrm>
              <a:off x="2505577" y="5681926"/>
              <a:ext cx="178920" cy="2095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0202A5E-CB02-B1B1-B396-C3C265CA6DF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2487577" y="5664286"/>
                <a:ext cx="21456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BC1F876-9875-3174-FCED-D1A09E5EF268}"/>
                  </a:ext>
                </a:extLst>
              </p14:cNvPr>
              <p14:cNvContentPartPr/>
              <p14:nvPr/>
            </p14:nvContentPartPr>
            <p14:xfrm>
              <a:off x="2377417" y="5431366"/>
              <a:ext cx="185400" cy="2286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BC1F876-9875-3174-FCED-D1A09E5EF268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2359417" y="5413726"/>
                <a:ext cx="2210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79D6979-F4F6-E90E-ECC3-1E6052BD720D}"/>
                  </a:ext>
                </a:extLst>
              </p14:cNvPr>
              <p14:cNvContentPartPr/>
              <p14:nvPr/>
            </p14:nvContentPartPr>
            <p14:xfrm>
              <a:off x="2465617" y="6159286"/>
              <a:ext cx="1814760" cy="2624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79D6979-F4F6-E90E-ECC3-1E6052BD720D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2447617" y="6141286"/>
                <a:ext cx="185040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549C087-6DA2-9299-8D3B-EA4F685416DF}"/>
                  </a:ext>
                </a:extLst>
              </p14:cNvPr>
              <p14:cNvContentPartPr/>
              <p14:nvPr/>
            </p14:nvContentPartPr>
            <p14:xfrm>
              <a:off x="2394337" y="6026086"/>
              <a:ext cx="267840" cy="2829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549C087-6DA2-9299-8D3B-EA4F685416DF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2376697" y="6008446"/>
                <a:ext cx="30348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D5F633B9-F295-42B3-669D-94474A26C334}"/>
                  </a:ext>
                </a:extLst>
              </p14:cNvPr>
              <p14:cNvContentPartPr/>
              <p14:nvPr/>
            </p14:nvContentPartPr>
            <p14:xfrm>
              <a:off x="4066177" y="5042566"/>
              <a:ext cx="669600" cy="176724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D5F633B9-F295-42B3-669D-94474A26C334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4048537" y="5024926"/>
                <a:ext cx="705240" cy="180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C8C87A2-A1A0-2987-0075-DC0060682110}"/>
              </a:ext>
            </a:extLst>
          </p:cNvPr>
          <p:cNvGrpSpPr/>
          <p:nvPr/>
        </p:nvGrpSpPr>
        <p:grpSpPr>
          <a:xfrm>
            <a:off x="5202697" y="1548406"/>
            <a:ext cx="1176120" cy="1121760"/>
            <a:chOff x="5202697" y="1548406"/>
            <a:chExt cx="1176120" cy="112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5F6DAA8-7CC4-6FE8-2783-6DAFA85971A9}"/>
                    </a:ext>
                  </a:extLst>
                </p14:cNvPr>
                <p14:cNvContentPartPr/>
                <p14:nvPr/>
              </p14:nvContentPartPr>
              <p14:xfrm>
                <a:off x="5976337" y="2632006"/>
                <a:ext cx="360" cy="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5F6DAA8-7CC4-6FE8-2783-6DAFA85971A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958337" y="261400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5BFF47D-7FC1-FCAE-E13E-9D64350DBF21}"/>
                    </a:ext>
                  </a:extLst>
                </p14:cNvPr>
                <p14:cNvContentPartPr/>
                <p14:nvPr/>
              </p14:nvContentPartPr>
              <p14:xfrm>
                <a:off x="5956177" y="2026486"/>
                <a:ext cx="422640" cy="643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5BFF47D-7FC1-FCAE-E13E-9D64350DBF2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938537" y="2008846"/>
                  <a:ext cx="458280" cy="67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1B6BFB9-BC30-C64F-9126-9E288EF23FC6}"/>
                    </a:ext>
                  </a:extLst>
                </p14:cNvPr>
                <p14:cNvContentPartPr/>
                <p14:nvPr/>
              </p14:nvContentPartPr>
              <p14:xfrm>
                <a:off x="5202697" y="1592686"/>
                <a:ext cx="952920" cy="934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1B6BFB9-BC30-C64F-9126-9E288EF23FC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184697" y="1574686"/>
                  <a:ext cx="988560" cy="9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0CEE506-5947-7E2F-C497-CC65AEFA436F}"/>
                    </a:ext>
                  </a:extLst>
                </p14:cNvPr>
                <p14:cNvContentPartPr/>
                <p14:nvPr/>
              </p14:nvContentPartPr>
              <p14:xfrm>
                <a:off x="5972737" y="1548406"/>
                <a:ext cx="196200" cy="2012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0CEE506-5947-7E2F-C497-CC65AEFA436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954737" y="1530406"/>
                  <a:ext cx="231840" cy="23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7929A62-DAE3-E5B7-9B75-9838F9E6CBE4}"/>
              </a:ext>
            </a:extLst>
          </p:cNvPr>
          <p:cNvGrpSpPr/>
          <p:nvPr/>
        </p:nvGrpSpPr>
        <p:grpSpPr>
          <a:xfrm>
            <a:off x="4950337" y="3836018"/>
            <a:ext cx="4446720" cy="2972348"/>
            <a:chOff x="4950337" y="3836018"/>
            <a:chExt cx="4446720" cy="297234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D8B4FB7-2D6D-D5B3-5DBD-F2DACE624C7B}"/>
                    </a:ext>
                  </a:extLst>
                </p14:cNvPr>
                <p14:cNvContentPartPr/>
                <p14:nvPr/>
              </p14:nvContentPartPr>
              <p14:xfrm>
                <a:off x="4965097" y="5896486"/>
                <a:ext cx="105480" cy="442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D8B4FB7-2D6D-D5B3-5DBD-F2DACE624C7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947457" y="5878846"/>
                  <a:ext cx="14112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6B2A1F3-FF84-43C3-038C-9F1545B7A6C9}"/>
                    </a:ext>
                  </a:extLst>
                </p14:cNvPr>
                <p14:cNvContentPartPr/>
                <p14:nvPr/>
              </p14:nvContentPartPr>
              <p14:xfrm>
                <a:off x="4950337" y="6221566"/>
                <a:ext cx="186480" cy="124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6B2A1F3-FF84-43C3-038C-9F1545B7A6C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932697" y="6203566"/>
                  <a:ext cx="2221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D92D3AD-9268-CC20-21CE-B1AC92670013}"/>
                    </a:ext>
                  </a:extLst>
                </p14:cNvPr>
                <p14:cNvContentPartPr/>
                <p14:nvPr/>
              </p14:nvContentPartPr>
              <p14:xfrm>
                <a:off x="5796337" y="5894326"/>
                <a:ext cx="129960" cy="696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D92D3AD-9268-CC20-21CE-B1AC9267001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778337" y="5876686"/>
                  <a:ext cx="16560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F119703-A5F8-7E9E-500F-7CA3C827881C}"/>
                    </a:ext>
                  </a:extLst>
                </p14:cNvPr>
                <p14:cNvContentPartPr/>
                <p14:nvPr/>
              </p14:nvContentPartPr>
              <p14:xfrm>
                <a:off x="5793817" y="6433246"/>
                <a:ext cx="146880" cy="192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F119703-A5F8-7E9E-500F-7CA3C827881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775817" y="6415246"/>
                  <a:ext cx="1825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E6C0029-E808-97C0-8079-FFC1AD5725D7}"/>
                    </a:ext>
                  </a:extLst>
                </p14:cNvPr>
                <p14:cNvContentPartPr/>
                <p14:nvPr/>
              </p14:nvContentPartPr>
              <p14:xfrm>
                <a:off x="5817217" y="6415966"/>
                <a:ext cx="30600" cy="214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E6C0029-E808-97C0-8079-FFC1AD5725D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799217" y="6397966"/>
                  <a:ext cx="662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B1B1E32-FB26-FB50-D5C6-60136C08150A}"/>
                    </a:ext>
                  </a:extLst>
                </p14:cNvPr>
                <p14:cNvContentPartPr/>
                <p14:nvPr/>
              </p14:nvContentPartPr>
              <p14:xfrm>
                <a:off x="6276577" y="5517766"/>
                <a:ext cx="408960" cy="701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B1B1E32-FB26-FB50-D5C6-60136C08150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258577" y="5499766"/>
                  <a:ext cx="444600" cy="73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1D0454F-2AD2-E0BE-F5BE-E274DBDA584A}"/>
                    </a:ext>
                  </a:extLst>
                </p14:cNvPr>
                <p14:cNvContentPartPr/>
                <p14:nvPr/>
              </p14:nvContentPartPr>
              <p14:xfrm>
                <a:off x="6575017" y="6276646"/>
                <a:ext cx="1418760" cy="349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1D0454F-2AD2-E0BE-F5BE-E274DBDA584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557017" y="6258646"/>
                  <a:ext cx="145440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D2E95F3-F58E-7BD3-7DD0-7A51AB7F0425}"/>
                    </a:ext>
                  </a:extLst>
                </p14:cNvPr>
                <p14:cNvContentPartPr/>
                <p14:nvPr/>
              </p14:nvContentPartPr>
              <p14:xfrm>
                <a:off x="7804057" y="6511366"/>
                <a:ext cx="256320" cy="297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D2E95F3-F58E-7BD3-7DD0-7A51AB7F042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786417" y="6493366"/>
                  <a:ext cx="2919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E6278EC-80A0-E9C6-38E3-DB5296E29BBA}"/>
                    </a:ext>
                  </a:extLst>
                </p14:cNvPr>
                <p14:cNvContentPartPr/>
                <p14:nvPr/>
              </p14:nvContentPartPr>
              <p14:xfrm>
                <a:off x="6736297" y="5229406"/>
                <a:ext cx="1279440" cy="1053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E6278EC-80A0-E9C6-38E3-DB5296E29BB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718657" y="5211406"/>
                  <a:ext cx="1315080" cy="10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D385BBD-9309-F57D-B419-AFD4B0E7AE3A}"/>
                    </a:ext>
                  </a:extLst>
                </p14:cNvPr>
                <p14:cNvContentPartPr/>
                <p14:nvPr/>
              </p14:nvContentPartPr>
              <p14:xfrm>
                <a:off x="6735217" y="5216446"/>
                <a:ext cx="1360080" cy="1033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D385BBD-9309-F57D-B419-AFD4B0E7AE3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717577" y="5198446"/>
                  <a:ext cx="1395720" cy="10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D885EAF-834E-C585-9900-F67A47527B86}"/>
                    </a:ext>
                  </a:extLst>
                </p14:cNvPr>
                <p14:cNvContentPartPr/>
                <p14:nvPr/>
              </p14:nvContentPartPr>
              <p14:xfrm>
                <a:off x="8058937" y="5742406"/>
                <a:ext cx="1062000" cy="61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D885EAF-834E-C585-9900-F67A47527B8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041297" y="5724406"/>
                  <a:ext cx="1097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CF31F4E-FAE6-3946-6489-E869FC668B4C}"/>
                    </a:ext>
                  </a:extLst>
                </p14:cNvPr>
                <p14:cNvContentPartPr/>
                <p14:nvPr/>
              </p14:nvContentPartPr>
              <p14:xfrm>
                <a:off x="8892337" y="5711806"/>
                <a:ext cx="227520" cy="155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CF31F4E-FAE6-3946-6489-E869FC668B4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874337" y="5694166"/>
                  <a:ext cx="2631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5EDE44C-8CD6-B897-6298-BE4DE9C94DE6}"/>
                    </a:ext>
                  </a:extLst>
                </p14:cNvPr>
                <p14:cNvContentPartPr/>
                <p14:nvPr/>
              </p14:nvContentPartPr>
              <p14:xfrm>
                <a:off x="6039697" y="5011246"/>
                <a:ext cx="591480" cy="437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5EDE44C-8CD6-B897-6298-BE4DE9C94DE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021697" y="4993606"/>
                  <a:ext cx="6271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8A6F3A5-1B48-BF68-D5D7-3CB8960B0A5A}"/>
                    </a:ext>
                  </a:extLst>
                </p14:cNvPr>
                <p14:cNvContentPartPr/>
                <p14:nvPr/>
              </p14:nvContentPartPr>
              <p14:xfrm>
                <a:off x="6123937" y="5458366"/>
                <a:ext cx="504720" cy="63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8A6F3A5-1B48-BF68-D5D7-3CB8960B0A5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105937" y="5440726"/>
                  <a:ext cx="5403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653A39D-B967-818E-7896-B6057E809707}"/>
                    </a:ext>
                  </a:extLst>
                </p14:cNvPr>
                <p14:cNvContentPartPr/>
                <p14:nvPr/>
              </p14:nvContentPartPr>
              <p14:xfrm>
                <a:off x="6623257" y="5094046"/>
                <a:ext cx="2340360" cy="225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653A39D-B967-818E-7896-B6057E80970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605617" y="5076046"/>
                  <a:ext cx="23760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14044E7-4D33-67C6-00D6-470CE414A987}"/>
                    </a:ext>
                  </a:extLst>
                </p14:cNvPr>
                <p14:cNvContentPartPr/>
                <p14:nvPr/>
              </p14:nvContentPartPr>
              <p14:xfrm>
                <a:off x="8874697" y="5201326"/>
                <a:ext cx="175320" cy="215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14044E7-4D33-67C6-00D6-470CE414A98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857057" y="5183326"/>
                  <a:ext cx="2109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FB193BB-6112-5E24-E7F5-4F91B6BFC8F8}"/>
                    </a:ext>
                  </a:extLst>
                </p14:cNvPr>
                <p14:cNvContentPartPr/>
                <p14:nvPr/>
              </p14:nvContentPartPr>
              <p14:xfrm>
                <a:off x="5335537" y="4569886"/>
                <a:ext cx="645480" cy="11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FB193BB-6112-5E24-E7F5-4F91B6BFC8F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317537" y="4552246"/>
                  <a:ext cx="6811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9429A6B-64A4-ECF7-8933-04D843A2AE0D}"/>
                    </a:ext>
                  </a:extLst>
                </p14:cNvPr>
                <p14:cNvContentPartPr/>
                <p14:nvPr/>
              </p14:nvContentPartPr>
              <p14:xfrm>
                <a:off x="5362897" y="4585726"/>
                <a:ext cx="712080" cy="544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9429A6B-64A4-ECF7-8933-04D843A2AE0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344897" y="4568086"/>
                  <a:ext cx="74772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FAA3CB7-9E91-A17C-4F18-31021D1026B4}"/>
                    </a:ext>
                  </a:extLst>
                </p14:cNvPr>
                <p14:cNvContentPartPr/>
                <p14:nvPr/>
              </p14:nvContentPartPr>
              <p14:xfrm>
                <a:off x="6070657" y="4278286"/>
                <a:ext cx="3271320" cy="542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FAA3CB7-9E91-A17C-4F18-31021D1026B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053017" y="4260286"/>
                  <a:ext cx="330696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59B7FA6-27AF-AE2E-E4FD-3648A03CCFF0}"/>
                    </a:ext>
                  </a:extLst>
                </p14:cNvPr>
                <p14:cNvContentPartPr/>
                <p14:nvPr/>
              </p14:nvContentPartPr>
              <p14:xfrm>
                <a:off x="9143257" y="4230406"/>
                <a:ext cx="253800" cy="269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59B7FA6-27AF-AE2E-E4FD-3648A03CCFF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125257" y="4212406"/>
                  <a:ext cx="2894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970B644-AAFF-1733-77D5-5D2E9BE5DF83}"/>
                    </a:ext>
                  </a:extLst>
                </p14:cNvPr>
                <p14:cNvContentPartPr/>
                <p14:nvPr/>
              </p14:nvContentPartPr>
              <p14:xfrm>
                <a:off x="7503472" y="3884258"/>
                <a:ext cx="1488240" cy="375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970B644-AAFF-1733-77D5-5D2E9BE5DF8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485472" y="3866258"/>
                  <a:ext cx="15238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A4A20F2-73F4-C16C-9786-A81FFF87A2E8}"/>
                    </a:ext>
                  </a:extLst>
                </p14:cNvPr>
                <p14:cNvContentPartPr/>
                <p14:nvPr/>
              </p14:nvContentPartPr>
              <p14:xfrm>
                <a:off x="8836192" y="3836018"/>
                <a:ext cx="219960" cy="1663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A4A20F2-73F4-C16C-9786-A81FFF87A2E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818552" y="3818018"/>
                  <a:ext cx="255600" cy="201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BC99DFEC-7939-D767-72D3-C2A3B67E441C}"/>
              </a:ext>
            </a:extLst>
          </p:cNvPr>
          <p:cNvSpPr txBox="1"/>
          <p:nvPr/>
        </p:nvSpPr>
        <p:spPr>
          <a:xfrm>
            <a:off x="8985015" y="2991022"/>
            <a:ext cx="20898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Stepper Motor Connector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D6F44B5-32E5-1B9D-78FE-788CA24AE150}"/>
              </a:ext>
            </a:extLst>
          </p:cNvPr>
          <p:cNvSpPr txBox="1"/>
          <p:nvPr/>
        </p:nvSpPr>
        <p:spPr>
          <a:xfrm>
            <a:off x="9006097" y="2552764"/>
            <a:ext cx="19284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Servo Motor Connector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4C0BA34-E3A2-3A46-E4F3-60BC630BFFA8}"/>
              </a:ext>
            </a:extLst>
          </p:cNvPr>
          <p:cNvSpPr txBox="1"/>
          <p:nvPr/>
        </p:nvSpPr>
        <p:spPr>
          <a:xfrm>
            <a:off x="3001494" y="6625846"/>
            <a:ext cx="11467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Reset Button</a:t>
            </a:r>
          </a:p>
        </p:txBody>
      </p:sp>
    </p:spTree>
    <p:extLst>
      <p:ext uri="{BB962C8B-B14F-4D97-AF65-F5344CB8AC3E}">
        <p14:creationId xmlns:p14="http://schemas.microsoft.com/office/powerpoint/2010/main" val="1773336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65986-4513-C08D-3E74-8714824A4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" panose="02110004020202020204"/>
              </a:rPr>
              <a:t>Health &amp; Safety Precautions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10202-AA82-C702-C747-B47EF0CDE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Double-check all power connections</a:t>
            </a:r>
            <a:br>
              <a:rPr lang="en-US" dirty="0"/>
            </a:br>
            <a:r>
              <a:rPr lang="en-US" dirty="0"/>
              <a:t>Ensure correct </a:t>
            </a:r>
            <a:r>
              <a:rPr lang="en-US" b="1" dirty="0"/>
              <a:t>GND</a:t>
            </a:r>
            <a:r>
              <a:rPr lang="en-US" dirty="0"/>
              <a:t> and </a:t>
            </a:r>
            <a:r>
              <a:rPr lang="en-US" b="1" dirty="0"/>
              <a:t>VCC</a:t>
            </a:r>
            <a:r>
              <a:rPr lang="en-US" dirty="0"/>
              <a:t> wiring for the power supply, OLED, motor drivers, GPS, sensors, and other modules.</a:t>
            </a:r>
          </a:p>
          <a:p>
            <a:r>
              <a:rPr lang="en-US" b="1" dirty="0"/>
              <a:t>Use the correct input voltage</a:t>
            </a:r>
            <a:br>
              <a:rPr lang="en-US" dirty="0"/>
            </a:br>
            <a:r>
              <a:rPr lang="en-US" dirty="0"/>
              <a:t>Battery input should be </a:t>
            </a:r>
            <a:r>
              <a:rPr lang="en-US" b="1" dirty="0"/>
              <a:t>between 5V and 12V</a:t>
            </a:r>
            <a:r>
              <a:rPr lang="en-US" dirty="0"/>
              <a:t> only.</a:t>
            </a:r>
          </a:p>
          <a:p>
            <a:r>
              <a:rPr lang="en-US" b="1" dirty="0"/>
              <a:t>Work on a safe surface</a:t>
            </a:r>
            <a:br>
              <a:rPr lang="en-US" dirty="0"/>
            </a:br>
            <a:r>
              <a:rPr lang="en-US" dirty="0"/>
              <a:t>Use the kit on an </a:t>
            </a:r>
            <a:r>
              <a:rPr lang="en-US" b="1" dirty="0"/>
              <a:t>insulated table</a:t>
            </a:r>
            <a:r>
              <a:rPr lang="en-US" dirty="0"/>
              <a:t> (e.g., wood) and ensure the surface is </a:t>
            </a:r>
            <a:r>
              <a:rPr lang="en-US" b="1" dirty="0"/>
              <a:t>dry and clean</a:t>
            </a:r>
            <a:r>
              <a:rPr lang="en-US" dirty="0"/>
              <a:t>.</a:t>
            </a:r>
          </a:p>
          <a:p>
            <a:r>
              <a:rPr lang="en-US" b="1" dirty="0"/>
              <a:t>Avoid leaving the kit unattended</a:t>
            </a:r>
            <a:br>
              <a:rPr lang="en-US" dirty="0"/>
            </a:br>
            <a:r>
              <a:rPr lang="en-US" dirty="0"/>
              <a:t>Do </a:t>
            </a:r>
            <a:r>
              <a:rPr lang="en-US" b="1" dirty="0"/>
              <a:t>not</a:t>
            </a:r>
            <a:r>
              <a:rPr lang="en-US" dirty="0"/>
              <a:t> keep the system powered on without supervision.</a:t>
            </a:r>
          </a:p>
          <a:p>
            <a:r>
              <a:rPr lang="en-GB" b="1" dirty="0"/>
              <a:t>Build and Test Incrementally</a:t>
            </a:r>
            <a:br>
              <a:rPr lang="en-US" dirty="0"/>
            </a:br>
            <a:r>
              <a:rPr lang="en-US" dirty="0"/>
              <a:t>Turn on the </a:t>
            </a:r>
            <a:r>
              <a:rPr lang="en-US" b="1" dirty="0"/>
              <a:t>microcontroller first</a:t>
            </a:r>
            <a:r>
              <a:rPr lang="en-US" dirty="0"/>
              <a:t>, then </a:t>
            </a:r>
            <a:r>
              <a:rPr lang="en-US" b="1" dirty="0"/>
              <a:t>build and test the circuit step-by-step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Avoid wiring the entire system at once and powering it without intermediate testing.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8655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3488-3A03-97E8-CC2F-00078C448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DC Motor - Direction Control - with TB6612 Motor Driver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853F4-A5AB-1390-7DDC-E2B61DD15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Things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7C0C7-C0DC-93FA-867E-FDDBDF1E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026" y="2221578"/>
            <a:ext cx="3417779" cy="2297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CD1A54-6DD7-681A-548F-8ECD20D64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2639551" y="4781275"/>
            <a:ext cx="3708948" cy="2080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518" y="3751225"/>
            <a:ext cx="4153260" cy="28577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1A5286-7014-DEE8-A80C-AB03BFFBC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582" y="4412876"/>
            <a:ext cx="2160798" cy="25931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D121D7-796F-D973-14EC-4A4E56A02E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066" y="1953189"/>
            <a:ext cx="1632291" cy="16069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81C4A1-7C72-B183-EED1-B30FBF4E3F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622478" y="990970"/>
            <a:ext cx="2408129" cy="284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60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EA597-8492-5667-9547-C838F992B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DC Motor - Direction Control - with TB6612 Motor Driver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43F170-1902-BDDB-6561-0660DC54430B}"/>
              </a:ext>
            </a:extLst>
          </p:cNvPr>
          <p:cNvSpPr txBox="1"/>
          <p:nvPr/>
        </p:nvSpPr>
        <p:spPr>
          <a:xfrm>
            <a:off x="9842233" y="2968880"/>
            <a:ext cx="1936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Power and Ground connections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448DF7-9588-1A31-6136-638EF97D7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25" y="1622606"/>
            <a:ext cx="7788315" cy="52353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874407-ED46-6F41-75AB-9191BA940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311" y="4740123"/>
            <a:ext cx="655377" cy="175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47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CBC6F-4167-B524-A19B-0E3D71B9E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DC Motor - Direction Control - with TB6612 Motor Driver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032A0E-1B0D-EAB9-5418-C47C1280E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750212" cy="538780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D569BD-B3D7-F04E-E039-2BBA2F077CBC}"/>
              </a:ext>
            </a:extLst>
          </p:cNvPr>
          <p:cNvGraphicFramePr>
            <a:graphicFrameLocks noGrp="1"/>
          </p:cNvGraphicFramePr>
          <p:nvPr/>
        </p:nvGraphicFramePr>
        <p:xfrm>
          <a:off x="9124335" y="2017524"/>
          <a:ext cx="273336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TB6612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UNO Pins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PWMA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AIN2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AIN1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91858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A4DC07F-7133-2DF1-1B74-8D6568A28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95494"/>
              </p:ext>
            </p:extLst>
          </p:nvPr>
        </p:nvGraphicFramePr>
        <p:xfrm>
          <a:off x="9124335" y="4205202"/>
          <a:ext cx="273336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TB6612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DC Motor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DC Motor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DC Motor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734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52CC4-57DE-050F-93D2-4F029110E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DC Motor - Direction Control - with TB6612 Motor Driver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0E731-5609-802C-2D26-6272B8F3E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Code </a:t>
            </a:r>
            <a:r>
              <a:rPr lang="en-GB" dirty="0">
                <a:highlight>
                  <a:srgbClr val="FFFF00"/>
                </a:highlight>
              </a:rPr>
              <a:t>X</a:t>
            </a:r>
            <a:r>
              <a:rPr lang="en-GB" dirty="0"/>
              <a:t>  for the breadboard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6B79BA-8F9E-3F2B-CDEB-B8ACB0592574}"/>
              </a:ext>
            </a:extLst>
          </p:cNvPr>
          <p:cNvSpPr txBox="1"/>
          <p:nvPr/>
        </p:nvSpPr>
        <p:spPr>
          <a:xfrm>
            <a:off x="6211128" y="2426157"/>
            <a:ext cx="45827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https://github.com/info-zas/zas-robotics-motion/blob/main/04_BasicFunctionalTests/00_BasicTests/02_DC_Encoder_Motor_Basic.ino</a:t>
            </a:r>
            <a:endParaRPr lang="en-GB" dirty="0"/>
          </a:p>
          <a:p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9EEC34-F7D4-8FF7-3484-FB568275CE52}"/>
              </a:ext>
            </a:extLst>
          </p:cNvPr>
          <p:cNvSpPr txBox="1"/>
          <p:nvPr/>
        </p:nvSpPr>
        <p:spPr>
          <a:xfrm>
            <a:off x="1092475" y="2729875"/>
            <a:ext cx="4582768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setup()</a:t>
            </a:r>
          </a:p>
          <a:p>
            <a:r>
              <a:rPr lang="en-GB" dirty="0"/>
              <a:t>    • Set motor driver pins as OUTPUT</a:t>
            </a:r>
          </a:p>
          <a:p>
            <a:r>
              <a:rPr lang="en-GB" dirty="0"/>
              <a:t>      (PWM pin, Direction pin 1, Direction pin 2)</a:t>
            </a:r>
          </a:p>
          <a:p>
            <a:endParaRPr lang="en-GB" dirty="0"/>
          </a:p>
          <a:p>
            <a:r>
              <a:rPr lang="en-GB" dirty="0"/>
              <a:t>loop()</a:t>
            </a:r>
          </a:p>
          <a:p>
            <a:r>
              <a:rPr lang="en-GB" dirty="0"/>
              <a:t>    • Set motor speed (0–255)</a:t>
            </a:r>
          </a:p>
          <a:p>
            <a:r>
              <a:rPr lang="en-GB" dirty="0"/>
              <a:t>    • Run motor forward for 1 second</a:t>
            </a:r>
          </a:p>
          <a:p>
            <a:r>
              <a:rPr lang="en-GB" dirty="0"/>
              <a:t>    • Run motor backward for 1 second</a:t>
            </a:r>
          </a:p>
          <a:p>
            <a:endParaRPr lang="en-GB" dirty="0"/>
          </a:p>
          <a:p>
            <a:r>
              <a:rPr lang="en-GB" dirty="0"/>
              <a:t>forward()</a:t>
            </a:r>
          </a:p>
          <a:p>
            <a:r>
              <a:rPr lang="en-GB" dirty="0"/>
              <a:t>    • Set direction pins for forward motion</a:t>
            </a:r>
          </a:p>
          <a:p>
            <a:endParaRPr lang="en-GB" dirty="0"/>
          </a:p>
          <a:p>
            <a:r>
              <a:rPr lang="en-GB" dirty="0"/>
              <a:t>backward()</a:t>
            </a:r>
          </a:p>
          <a:p>
            <a:r>
              <a:rPr lang="en-GB" dirty="0"/>
              <a:t>    • Set direction pins for reverse motion</a:t>
            </a:r>
          </a:p>
        </p:txBody>
      </p:sp>
    </p:spTree>
    <p:extLst>
      <p:ext uri="{BB962C8B-B14F-4D97-AF65-F5344CB8AC3E}">
        <p14:creationId xmlns:p14="http://schemas.microsoft.com/office/powerpoint/2010/main" val="1666381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922C80-B72E-7394-FB15-403C27211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209" y="2176362"/>
            <a:ext cx="4885191" cy="47691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D40FFE-C82B-8056-9A61-DB0CBC9F6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DC Motor - Direction Control - with TB6612 Motor Driver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D2F155-9B60-C9A0-43F0-6DB30791CAB2}"/>
              </a:ext>
            </a:extLst>
          </p:cNvPr>
          <p:cNvSpPr txBox="1"/>
          <p:nvPr/>
        </p:nvSpPr>
        <p:spPr>
          <a:xfrm>
            <a:off x="838200" y="1976307"/>
            <a:ext cx="6093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Execute the same code in the motion creative 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F57CA9-11BE-5321-D7CF-9F0B8CD7C025}"/>
              </a:ext>
            </a:extLst>
          </p:cNvPr>
          <p:cNvSpPr/>
          <p:nvPr/>
        </p:nvSpPr>
        <p:spPr>
          <a:xfrm>
            <a:off x="6857478" y="2176362"/>
            <a:ext cx="1812758" cy="214999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9D3F6E-A3BD-70C9-C3C6-7380A4944A38}"/>
              </a:ext>
            </a:extLst>
          </p:cNvPr>
          <p:cNvSpPr txBox="1"/>
          <p:nvPr/>
        </p:nvSpPr>
        <p:spPr>
          <a:xfrm>
            <a:off x="927063" y="2376417"/>
            <a:ext cx="4582768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/>
              <a:t>setup()</a:t>
            </a:r>
          </a:p>
          <a:p>
            <a:r>
              <a:rPr lang="en-GB" sz="1400" dirty="0"/>
              <a:t>    • Set motor driver pins as OUTPUT</a:t>
            </a:r>
          </a:p>
          <a:p>
            <a:r>
              <a:rPr lang="en-GB" sz="1400" dirty="0"/>
              <a:t>      (PWM pin, Direction pin 1, Direction pin 2)</a:t>
            </a:r>
          </a:p>
          <a:p>
            <a:endParaRPr lang="en-GB" sz="1400" dirty="0"/>
          </a:p>
          <a:p>
            <a:r>
              <a:rPr lang="en-GB" sz="1400" dirty="0"/>
              <a:t>loop()</a:t>
            </a:r>
          </a:p>
          <a:p>
            <a:r>
              <a:rPr lang="en-GB" sz="1400" dirty="0"/>
              <a:t>    • Set motor speed (0–255)</a:t>
            </a:r>
          </a:p>
          <a:p>
            <a:r>
              <a:rPr lang="en-GB" sz="1400" dirty="0"/>
              <a:t>    • Run motor forward for 1 second</a:t>
            </a:r>
          </a:p>
          <a:p>
            <a:r>
              <a:rPr lang="en-GB" sz="1400" dirty="0"/>
              <a:t>    • Run motor backward for 1 second</a:t>
            </a:r>
          </a:p>
          <a:p>
            <a:endParaRPr lang="en-GB" sz="1400" dirty="0"/>
          </a:p>
          <a:p>
            <a:r>
              <a:rPr lang="en-GB" sz="1400" dirty="0"/>
              <a:t>forward()</a:t>
            </a:r>
          </a:p>
          <a:p>
            <a:r>
              <a:rPr lang="en-GB" sz="1400" dirty="0"/>
              <a:t>    • Set direction pins for forward motion</a:t>
            </a:r>
          </a:p>
          <a:p>
            <a:endParaRPr lang="en-GB" sz="1400" dirty="0"/>
          </a:p>
          <a:p>
            <a:r>
              <a:rPr lang="en-GB" sz="1400" dirty="0"/>
              <a:t>backward()</a:t>
            </a:r>
          </a:p>
          <a:p>
            <a:r>
              <a:rPr lang="en-GB" sz="1400" dirty="0"/>
              <a:t>    • Set direction pins for reverse motion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A4D6D7-32E4-5CA3-1E7A-57266DC7D82A}"/>
              </a:ext>
            </a:extLst>
          </p:cNvPr>
          <p:cNvSpPr txBox="1"/>
          <p:nvPr/>
        </p:nvSpPr>
        <p:spPr>
          <a:xfrm>
            <a:off x="219904" y="5569545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https://github.com/info-zas/zas-robotics-motion/blob/main/04_BasicFunctionalTests/00_BasicTests/02_DC_Encoder_Motor_Basic.ino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1015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64356-699A-4E5D-4305-DA98274BD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DC Motor - Speed Control - with TB6612 Motor Driver</a:t>
            </a:r>
            <a:br>
              <a:rPr lang="en-GB" b="1" dirty="0"/>
            </a:b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B10A2F-F915-0483-BCA6-BAE851D34D7F}"/>
              </a:ext>
            </a:extLst>
          </p:cNvPr>
          <p:cNvSpPr/>
          <p:nvPr/>
        </p:nvSpPr>
        <p:spPr>
          <a:xfrm>
            <a:off x="7495761" y="2733261"/>
            <a:ext cx="437322" cy="23853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28575"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9" name="Arrow: Bent-Up 8">
            <a:extLst>
              <a:ext uri="{FF2B5EF4-FFF2-40B4-BE49-F238E27FC236}">
                <a16:creationId xmlns:a16="http://schemas.microsoft.com/office/drawing/2014/main" id="{73CEA5EA-ABF5-D4FD-A153-A6245C38A9C9}"/>
              </a:ext>
            </a:extLst>
          </p:cNvPr>
          <p:cNvSpPr/>
          <p:nvPr/>
        </p:nvSpPr>
        <p:spPr>
          <a:xfrm>
            <a:off x="5555973" y="2971800"/>
            <a:ext cx="2117035" cy="139148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E213A9-29ED-F81F-F43E-1FA2DFB4FEDB}"/>
              </a:ext>
            </a:extLst>
          </p:cNvPr>
          <p:cNvSpPr txBox="1"/>
          <p:nvPr/>
        </p:nvSpPr>
        <p:spPr>
          <a:xfrm>
            <a:off x="3289853" y="3110948"/>
            <a:ext cx="26537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Change the value between 0 to 255 to observe the speed changes of DC motor</a:t>
            </a:r>
          </a:p>
          <a:p>
            <a:r>
              <a:rPr lang="en-GB" b="1" dirty="0">
                <a:solidFill>
                  <a:srgbClr val="FF0000"/>
                </a:solidFill>
              </a:rPr>
              <a:t>0</a:t>
            </a:r>
            <a:r>
              <a:rPr lang="en-GB" dirty="0"/>
              <a:t>,1,3,15,31,63,</a:t>
            </a:r>
            <a:r>
              <a:rPr lang="en-GB" b="1" dirty="0">
                <a:solidFill>
                  <a:srgbClr val="FF0000"/>
                </a:solidFill>
              </a:rPr>
              <a:t>127</a:t>
            </a:r>
            <a:r>
              <a:rPr lang="en-GB" dirty="0"/>
              <a:t>,</a:t>
            </a:r>
            <a:r>
              <a:rPr lang="en-GB" b="1" dirty="0">
                <a:solidFill>
                  <a:srgbClr val="FF0000"/>
                </a:solidFill>
              </a:rPr>
              <a:t>255</a:t>
            </a:r>
            <a:r>
              <a:rPr lang="en-GB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356260-9C70-2D94-B122-A1E60B3F8C47}"/>
              </a:ext>
            </a:extLst>
          </p:cNvPr>
          <p:cNvSpPr txBox="1"/>
          <p:nvPr/>
        </p:nvSpPr>
        <p:spPr>
          <a:xfrm>
            <a:off x="838200" y="1625570"/>
            <a:ext cx="6093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Execute the code in the motion creative 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FD13B5-114E-8646-16C9-29430166F81C}"/>
              </a:ext>
            </a:extLst>
          </p:cNvPr>
          <p:cNvSpPr txBox="1"/>
          <p:nvPr/>
        </p:nvSpPr>
        <p:spPr>
          <a:xfrm>
            <a:off x="6438072" y="1402575"/>
            <a:ext cx="3799233" cy="5078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200" dirty="0"/>
              <a:t>void setup() { 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pinMode</a:t>
            </a:r>
            <a:r>
              <a:rPr lang="en-GB" sz="1200" dirty="0"/>
              <a:t>(5, OUTPUT);  // PWM speed control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pinMode</a:t>
            </a:r>
            <a:r>
              <a:rPr lang="en-GB" sz="1200" dirty="0"/>
              <a:t>(6, OUTPUT);  // Direction pin 1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pinMode</a:t>
            </a:r>
            <a:r>
              <a:rPr lang="en-GB" sz="1200" dirty="0"/>
              <a:t>(4, OUTPUT);  // Direction pin 2</a:t>
            </a:r>
          </a:p>
          <a:p>
            <a:r>
              <a:rPr lang="en-GB" sz="1200" dirty="0"/>
              <a:t>}</a:t>
            </a:r>
          </a:p>
          <a:p>
            <a:endParaRPr lang="en-GB" sz="1200" dirty="0"/>
          </a:p>
          <a:p>
            <a:r>
              <a:rPr lang="en-GB" sz="1200" dirty="0"/>
              <a:t>void loop() {</a:t>
            </a:r>
          </a:p>
          <a:p>
            <a:r>
              <a:rPr lang="en-GB" sz="1200" dirty="0"/>
              <a:t> </a:t>
            </a:r>
            <a:r>
              <a:rPr lang="en-GB" sz="1200" dirty="0" err="1"/>
              <a:t>analogWrite</a:t>
            </a:r>
            <a:r>
              <a:rPr lang="en-GB" sz="1200" dirty="0"/>
              <a:t>(5, 255);   // Speed (0–255), adjust as needed</a:t>
            </a:r>
          </a:p>
          <a:p>
            <a:endParaRPr lang="en-GB" sz="1200" dirty="0"/>
          </a:p>
          <a:p>
            <a:r>
              <a:rPr lang="en-GB" sz="1200" dirty="0"/>
              <a:t>  forward();</a:t>
            </a:r>
          </a:p>
          <a:p>
            <a:r>
              <a:rPr lang="en-GB" sz="1200" dirty="0"/>
              <a:t>  delay(1000);</a:t>
            </a:r>
          </a:p>
          <a:p>
            <a:endParaRPr lang="en-GB" sz="1200" dirty="0"/>
          </a:p>
          <a:p>
            <a:r>
              <a:rPr lang="en-GB" sz="1200" dirty="0"/>
              <a:t>  backward();</a:t>
            </a:r>
          </a:p>
          <a:p>
            <a:r>
              <a:rPr lang="en-GB" sz="1200" dirty="0"/>
              <a:t>  delay(1000);</a:t>
            </a:r>
          </a:p>
          <a:p>
            <a:r>
              <a:rPr lang="en-GB" sz="1200" dirty="0"/>
              <a:t>}</a:t>
            </a:r>
          </a:p>
          <a:p>
            <a:endParaRPr lang="en-GB" sz="1200" dirty="0"/>
          </a:p>
          <a:p>
            <a:r>
              <a:rPr lang="en-GB" sz="1200" dirty="0"/>
              <a:t>// Function to move motor forward</a:t>
            </a:r>
          </a:p>
          <a:p>
            <a:r>
              <a:rPr lang="en-GB" sz="1200" dirty="0"/>
              <a:t>void forward() {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digitalWrite</a:t>
            </a:r>
            <a:r>
              <a:rPr lang="en-GB" sz="1200" dirty="0"/>
              <a:t>(6, HIGH); // Forward direction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digitalWrite</a:t>
            </a:r>
            <a:r>
              <a:rPr lang="en-GB" sz="1200" dirty="0"/>
              <a:t>(4, LOW);</a:t>
            </a:r>
          </a:p>
          <a:p>
            <a:r>
              <a:rPr lang="en-GB" sz="1200" dirty="0"/>
              <a:t>}</a:t>
            </a:r>
          </a:p>
          <a:p>
            <a:endParaRPr lang="en-GB" sz="1200" dirty="0"/>
          </a:p>
          <a:p>
            <a:r>
              <a:rPr lang="en-GB" sz="1200" dirty="0"/>
              <a:t>// Function to move motor backward</a:t>
            </a:r>
          </a:p>
          <a:p>
            <a:r>
              <a:rPr lang="en-GB" sz="1200" dirty="0"/>
              <a:t>void backward() {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digitalWrite</a:t>
            </a:r>
            <a:r>
              <a:rPr lang="en-GB" sz="1200" dirty="0"/>
              <a:t>(6, LOW);  // Reverse direction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digitalWrite</a:t>
            </a:r>
            <a:r>
              <a:rPr lang="en-GB" sz="1200" dirty="0"/>
              <a:t>(4, HIGH);</a:t>
            </a:r>
          </a:p>
          <a:p>
            <a:r>
              <a:rPr lang="en-GB" sz="1200" dirty="0"/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CD25E5-C741-0F95-5E51-1E2548380E18}"/>
              </a:ext>
            </a:extLst>
          </p:cNvPr>
          <p:cNvSpPr txBox="1"/>
          <p:nvPr/>
        </p:nvSpPr>
        <p:spPr>
          <a:xfrm>
            <a:off x="340416" y="5587375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https://github.com/info-zas/zas-robotics-motion/blob/main/04_BasicFunctionalTests/00_BasicTests/02_DC_Encoder_Motor_Basic.ino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36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96C8D-8A87-39FB-058F-7C4972E3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30666"/>
            <a:ext cx="10515600" cy="1325563"/>
          </a:xfrm>
        </p:spPr>
        <p:txBody>
          <a:bodyPr/>
          <a:lstStyle/>
          <a:p>
            <a:r>
              <a:rPr lang="en-GB" b="1" dirty="0"/>
              <a:t>Stepper Motor- Control - with ULN2003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924228-F26C-807E-B77D-38FD4ACBD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590" y="1800678"/>
            <a:ext cx="3696020" cy="29187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B7D0C6-9CB9-9506-7626-C01C3AEC3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813" y="1560749"/>
            <a:ext cx="3417779" cy="22971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DE47C9-7C47-7D91-6FFB-F86ACBA69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2639551" y="4781275"/>
            <a:ext cx="3708948" cy="20804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F5924A-0F91-968A-6C2E-509777526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813" y="3879635"/>
            <a:ext cx="4153260" cy="28577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378D0B-58E3-713A-2B6F-3447DD4FA2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582" y="4412876"/>
            <a:ext cx="2160798" cy="25931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AB22A8-E40E-1FCE-361B-F685C3EDE533}"/>
              </a:ext>
            </a:extLst>
          </p:cNvPr>
          <p:cNvSpPr txBox="1"/>
          <p:nvPr/>
        </p:nvSpPr>
        <p:spPr>
          <a:xfrm>
            <a:off x="3463759" y="3857945"/>
            <a:ext cx="17214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000000"/>
                </a:solidFill>
                <a:effectLst/>
                <a:latin typeface="TT Norms Pro"/>
              </a:rPr>
              <a:t> Stepper Motor Driver Board ULN2003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28F18D-1F0D-7BE0-29AD-ACE67440771E}"/>
              </a:ext>
            </a:extLst>
          </p:cNvPr>
          <p:cNvSpPr txBox="1"/>
          <p:nvPr/>
        </p:nvSpPr>
        <p:spPr>
          <a:xfrm>
            <a:off x="71644" y="2645112"/>
            <a:ext cx="15331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000000"/>
                </a:solidFill>
                <a:effectLst/>
                <a:latin typeface="TT Norms Pro"/>
              </a:rPr>
              <a:t>Stepper Motor</a:t>
            </a:r>
          </a:p>
          <a:p>
            <a:r>
              <a:rPr lang="en-GB" b="1" i="0" dirty="0">
                <a:solidFill>
                  <a:srgbClr val="000000"/>
                </a:solidFill>
                <a:effectLst/>
                <a:latin typeface="TT Norms Pro"/>
              </a:rPr>
              <a:t>28BYJ-48-5V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3786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660F-F4F9-3226-B643-95E6B45EE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Stepper Motor- Control - with ULN2003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31A512-FCFF-6FB5-6C1F-9400F10F98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7791" y="1974712"/>
            <a:ext cx="7133340" cy="435133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9A2E7E-8DCA-C4DC-F5BA-8CD270908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304400"/>
              </p:ext>
            </p:extLst>
          </p:nvPr>
        </p:nvGraphicFramePr>
        <p:xfrm>
          <a:off x="8847661" y="2397781"/>
          <a:ext cx="2733368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ULN2003 Stepper Motor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UNO Pins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AIN1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AIN2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AIN3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918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AIN4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028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8599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799F-1CAE-40B2-0C67-E27BC4C4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Stepper Motor- Control - with ULN2003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690931-455A-39CC-E40E-7ECC5F2BCE48}"/>
              </a:ext>
            </a:extLst>
          </p:cNvPr>
          <p:cNvSpPr txBox="1"/>
          <p:nvPr/>
        </p:nvSpPr>
        <p:spPr>
          <a:xfrm>
            <a:off x="838200" y="1836639"/>
            <a:ext cx="60939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Code </a:t>
            </a:r>
            <a:r>
              <a:rPr lang="en-GB" sz="2400" b="1" dirty="0">
                <a:highlight>
                  <a:srgbClr val="FFFF00"/>
                </a:highlight>
              </a:rPr>
              <a:t>X</a:t>
            </a:r>
            <a:r>
              <a:rPr lang="en-GB" sz="2400" b="1" dirty="0"/>
              <a:t> for the breadboard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93EFCA-E3AB-AEA4-5037-53A1BE723E2A}"/>
              </a:ext>
            </a:extLst>
          </p:cNvPr>
          <p:cNvSpPr txBox="1"/>
          <p:nvPr/>
        </p:nvSpPr>
        <p:spPr>
          <a:xfrm>
            <a:off x="6301409" y="2545788"/>
            <a:ext cx="5158408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setup()</a:t>
            </a:r>
          </a:p>
          <a:p>
            <a:r>
              <a:rPr lang="en-GB" dirty="0"/>
              <a:t>    • Set stepper motor speed (RPM)</a:t>
            </a:r>
          </a:p>
          <a:p>
            <a:r>
              <a:rPr lang="en-GB" dirty="0"/>
              <a:t>    • Start serial communication</a:t>
            </a:r>
          </a:p>
          <a:p>
            <a:r>
              <a:rPr lang="en-GB" dirty="0"/>
              <a:t>    • Print "Stepper Motor Test Start" to serial monitor</a:t>
            </a:r>
          </a:p>
          <a:p>
            <a:endParaRPr lang="en-GB" dirty="0"/>
          </a:p>
          <a:p>
            <a:r>
              <a:rPr lang="en-GB" dirty="0"/>
              <a:t>loop()</a:t>
            </a:r>
          </a:p>
          <a:p>
            <a:r>
              <a:rPr lang="en-GB" dirty="0"/>
              <a:t>    • Print "Clockwise rotation"</a:t>
            </a:r>
          </a:p>
          <a:p>
            <a:r>
              <a:rPr lang="en-GB" dirty="0"/>
              <a:t>    • Rotate stepper motor one full turn clockwise</a:t>
            </a:r>
          </a:p>
          <a:p>
            <a:r>
              <a:rPr lang="en-GB" dirty="0"/>
              <a:t>    • Wait for 1 second</a:t>
            </a:r>
          </a:p>
          <a:p>
            <a:r>
              <a:rPr lang="en-GB" dirty="0"/>
              <a:t>    • Print "Counterclockwise rotation"</a:t>
            </a:r>
          </a:p>
          <a:p>
            <a:r>
              <a:rPr lang="en-GB" dirty="0"/>
              <a:t>    • Rotate stepper motor one full turn counterclockwise</a:t>
            </a:r>
          </a:p>
          <a:p>
            <a:r>
              <a:rPr lang="en-GB" dirty="0"/>
              <a:t>    • Wait for 1 second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09162-A8C6-AAA3-354C-48ACA3179781}"/>
              </a:ext>
            </a:extLst>
          </p:cNvPr>
          <p:cNvSpPr txBox="1"/>
          <p:nvPr/>
        </p:nvSpPr>
        <p:spPr>
          <a:xfrm>
            <a:off x="203753" y="3153404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https://github.com/info-zas/zas-robotics-motion/blob/main/04_BasicFunctionalTests/00_BasicTests/08_Stepper_Motor_Control.ino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0718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1A6301-5139-A2C9-34DC-AFD1C51D5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450" y="2075998"/>
            <a:ext cx="4885191" cy="47691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4F81D-A1D0-931C-A3ED-15A81A93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Stepper Motor- Control - with ULN2003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941D32-DC79-29C3-A71B-16F637AB6577}"/>
              </a:ext>
            </a:extLst>
          </p:cNvPr>
          <p:cNvSpPr/>
          <p:nvPr/>
        </p:nvSpPr>
        <p:spPr>
          <a:xfrm>
            <a:off x="8567530" y="4151418"/>
            <a:ext cx="2445027" cy="141345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606099" y="154299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same code in the motion creative 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14551-EBEB-F0C1-E417-FCBD36193F47}"/>
              </a:ext>
            </a:extLst>
          </p:cNvPr>
          <p:cNvSpPr txBox="1"/>
          <p:nvPr/>
        </p:nvSpPr>
        <p:spPr>
          <a:xfrm>
            <a:off x="203753" y="3153404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https://github.com/info-zas/zas-robotics-motion/blob/main/04_BasicFunctionalTests/00_BasicTests/08_Stepper_Motor_Control.ino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9508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BF497-5904-F00A-EBD7-3E47D0A30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Encoder Motor – Target Ticks – Manual Control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863795-A2BE-F68E-13B0-3CD612D11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450" y="2075998"/>
            <a:ext cx="4885191" cy="476916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8932E3E-28F0-B1D3-C2D7-C6D85977D1FB}"/>
              </a:ext>
            </a:extLst>
          </p:cNvPr>
          <p:cNvSpPr/>
          <p:nvPr/>
        </p:nvSpPr>
        <p:spPr>
          <a:xfrm>
            <a:off x="6440556" y="2075998"/>
            <a:ext cx="2445027" cy="228728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87DAA7-8D58-4453-0B9A-CE433367F29F}"/>
              </a:ext>
            </a:extLst>
          </p:cNvPr>
          <p:cNvSpPr txBox="1"/>
          <p:nvPr/>
        </p:nvSpPr>
        <p:spPr>
          <a:xfrm>
            <a:off x="596267" y="1940798"/>
            <a:ext cx="5307577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/>
              <a:t>setup()</a:t>
            </a:r>
          </a:p>
          <a:p>
            <a:r>
              <a:rPr lang="en-GB" sz="1400" dirty="0"/>
              <a:t>    • Set ENCA pin as INPUT</a:t>
            </a:r>
          </a:p>
          <a:p>
            <a:r>
              <a:rPr lang="en-GB" sz="1400" dirty="0"/>
              <a:t>    • Set DIR pin as INPUT</a:t>
            </a:r>
          </a:p>
          <a:p>
            <a:r>
              <a:rPr lang="en-GB" sz="1400" dirty="0"/>
              <a:t>    • Attach interrupt to ENCA on RISING edge to call </a:t>
            </a:r>
            <a:r>
              <a:rPr lang="en-GB" sz="1400" dirty="0" err="1"/>
              <a:t>readEncoder</a:t>
            </a:r>
            <a:r>
              <a:rPr lang="en-GB" sz="1400" dirty="0"/>
              <a:t>()</a:t>
            </a:r>
          </a:p>
          <a:p>
            <a:r>
              <a:rPr lang="en-GB" sz="1400" dirty="0"/>
              <a:t>    • Initialize OLED display at I2C address 0x3C</a:t>
            </a:r>
          </a:p>
          <a:p>
            <a:r>
              <a:rPr lang="en-GB" sz="1400" dirty="0"/>
              <a:t>    • Display "Ready..." message on OLED</a:t>
            </a:r>
          </a:p>
          <a:p>
            <a:endParaRPr lang="en-GB" sz="1400" dirty="0"/>
          </a:p>
          <a:p>
            <a:r>
              <a:rPr lang="en-GB" sz="1400" dirty="0"/>
              <a:t>loop()</a:t>
            </a:r>
          </a:p>
          <a:p>
            <a:r>
              <a:rPr lang="en-GB" sz="1400" dirty="0"/>
              <a:t>    • Safely copy encoder tick count and direction using </a:t>
            </a:r>
            <a:r>
              <a:rPr lang="en-GB" sz="1400" dirty="0" err="1"/>
              <a:t>noInterrupts</a:t>
            </a:r>
            <a:r>
              <a:rPr lang="en-GB" sz="1400" dirty="0"/>
              <a:t>()</a:t>
            </a:r>
          </a:p>
          <a:p>
            <a:r>
              <a:rPr lang="en-GB" sz="1400" dirty="0"/>
              <a:t>    • Clear OLED display</a:t>
            </a:r>
          </a:p>
          <a:p>
            <a:r>
              <a:rPr lang="en-GB" sz="1400" dirty="0"/>
              <a:t>    • Show "Ticks" and tick count</a:t>
            </a:r>
          </a:p>
          <a:p>
            <a:r>
              <a:rPr lang="en-GB" sz="1400" dirty="0"/>
              <a:t>    • Show "Dir" and direction (CW or CCW)</a:t>
            </a:r>
          </a:p>
          <a:p>
            <a:r>
              <a:rPr lang="en-GB" sz="1400" dirty="0"/>
              <a:t>    • Refresh OLED and wait 200 </a:t>
            </a:r>
            <a:r>
              <a:rPr lang="en-GB" sz="1400" dirty="0" err="1"/>
              <a:t>ms</a:t>
            </a:r>
            <a:endParaRPr lang="en-GB" sz="1400" dirty="0"/>
          </a:p>
          <a:p>
            <a:endParaRPr lang="en-GB" sz="1400" dirty="0"/>
          </a:p>
          <a:p>
            <a:r>
              <a:rPr lang="en-GB" sz="1400" dirty="0" err="1"/>
              <a:t>readEncoder</a:t>
            </a:r>
            <a:r>
              <a:rPr lang="en-GB" sz="1400" dirty="0"/>
              <a:t>()</a:t>
            </a:r>
          </a:p>
          <a:p>
            <a:r>
              <a:rPr lang="en-GB" sz="1400" dirty="0"/>
              <a:t>    • Read DIR pin</a:t>
            </a:r>
          </a:p>
          <a:p>
            <a:r>
              <a:rPr lang="en-GB" sz="1400" dirty="0"/>
              <a:t>    • If HIGH, increment </a:t>
            </a:r>
            <a:r>
              <a:rPr lang="en-GB" sz="1400" dirty="0" err="1"/>
              <a:t>encoderTicks</a:t>
            </a:r>
            <a:r>
              <a:rPr lang="en-GB" sz="1400" dirty="0"/>
              <a:t> and set </a:t>
            </a:r>
            <a:r>
              <a:rPr lang="en-GB" sz="1400" dirty="0" err="1"/>
              <a:t>lastDirection</a:t>
            </a:r>
            <a:r>
              <a:rPr lang="en-GB" sz="1400" dirty="0"/>
              <a:t> = 1 (CW)</a:t>
            </a:r>
          </a:p>
          <a:p>
            <a:r>
              <a:rPr lang="en-GB" sz="1400" dirty="0"/>
              <a:t>    • If LOW, decrement </a:t>
            </a:r>
            <a:r>
              <a:rPr lang="en-GB" sz="1400" dirty="0" err="1"/>
              <a:t>encoderTicks</a:t>
            </a:r>
            <a:r>
              <a:rPr lang="en-GB" sz="1400" dirty="0"/>
              <a:t> and set </a:t>
            </a:r>
            <a:r>
              <a:rPr lang="en-GB" sz="1400" dirty="0" err="1"/>
              <a:t>lastDirection</a:t>
            </a:r>
            <a:r>
              <a:rPr lang="en-GB" sz="1400" dirty="0"/>
              <a:t> = -1 (CCW)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023AB-E18E-6906-B953-F287CC662AFF}"/>
              </a:ext>
            </a:extLst>
          </p:cNvPr>
          <p:cNvSpPr txBox="1"/>
          <p:nvPr/>
        </p:nvSpPr>
        <p:spPr>
          <a:xfrm>
            <a:off x="201227" y="6031210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https://github.com/info-zas/zas-robotics-motion/blob/main/04_BasicFunctionalTests/00_BasicTests/06_EncoderTicksByHand.ino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573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BEC2D-EEC0-2135-E90B-38D570EC6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FFA8-DCB5-C60A-AF39-E961DB758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Encoder Motor – Target Ticks – PID Controller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742930-9B2E-DB3A-4F9F-B7FB6F01D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392" y="1582186"/>
            <a:ext cx="4885191" cy="47691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0A1547B-36D3-7E76-F5E2-A4C3A35A34FA}"/>
              </a:ext>
            </a:extLst>
          </p:cNvPr>
          <p:cNvSpPr/>
          <p:nvPr/>
        </p:nvSpPr>
        <p:spPr>
          <a:xfrm>
            <a:off x="6539948" y="1251051"/>
            <a:ext cx="2445027" cy="228728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FECC95-373E-7189-86C5-A789832A14BD}"/>
              </a:ext>
            </a:extLst>
          </p:cNvPr>
          <p:cNvSpPr txBox="1"/>
          <p:nvPr/>
        </p:nvSpPr>
        <p:spPr>
          <a:xfrm>
            <a:off x="547028" y="1582186"/>
            <a:ext cx="5323148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/>
              <a:t>setup()</a:t>
            </a:r>
          </a:p>
          <a:p>
            <a:r>
              <a:rPr lang="en-GB" sz="1400" dirty="0"/>
              <a:t>    • Set motor driver pins (PWM, AIN1, AIN2) as OUTPUT</a:t>
            </a:r>
          </a:p>
          <a:p>
            <a:r>
              <a:rPr lang="en-GB" sz="1400" dirty="0"/>
              <a:t>    • Set ENCA pin as INPUT_PULLUP</a:t>
            </a:r>
          </a:p>
          <a:p>
            <a:r>
              <a:rPr lang="en-GB" sz="1400" dirty="0"/>
              <a:t>    • Attach interrupt to ENCA (RISING) to track encoder ticks</a:t>
            </a:r>
          </a:p>
          <a:p>
            <a:r>
              <a:rPr lang="en-GB" sz="1400" dirty="0"/>
              <a:t>    • Initialize OLED display at address 0x3C</a:t>
            </a:r>
          </a:p>
          <a:p>
            <a:r>
              <a:rPr lang="en-GB" sz="1400" dirty="0"/>
              <a:t>    • Display "PID Start" message on OLED</a:t>
            </a:r>
          </a:p>
          <a:p>
            <a:endParaRPr lang="en-GB" sz="1400" dirty="0"/>
          </a:p>
          <a:p>
            <a:r>
              <a:rPr lang="en-GB" sz="1400" dirty="0"/>
              <a:t>loop()</a:t>
            </a:r>
          </a:p>
          <a:p>
            <a:r>
              <a:rPr lang="en-GB" sz="1400" dirty="0"/>
              <a:t>    • Safely copy </a:t>
            </a:r>
            <a:r>
              <a:rPr lang="en-GB" sz="1400" dirty="0" err="1"/>
              <a:t>encoderTicks</a:t>
            </a:r>
            <a:r>
              <a:rPr lang="en-GB" sz="1400" dirty="0"/>
              <a:t> using </a:t>
            </a:r>
            <a:r>
              <a:rPr lang="en-GB" sz="1400" dirty="0" err="1"/>
              <a:t>noInterrupts</a:t>
            </a:r>
            <a:r>
              <a:rPr lang="en-GB" sz="1400" dirty="0"/>
              <a:t>()</a:t>
            </a:r>
          </a:p>
          <a:p>
            <a:r>
              <a:rPr lang="en-GB" sz="1400" dirty="0"/>
              <a:t>    • Calculate error = </a:t>
            </a:r>
            <a:r>
              <a:rPr lang="en-GB" sz="1400" dirty="0" err="1"/>
              <a:t>targetTicks</a:t>
            </a:r>
            <a:r>
              <a:rPr lang="en-GB" sz="1400" dirty="0"/>
              <a:t> – ticks</a:t>
            </a:r>
          </a:p>
          <a:p>
            <a:r>
              <a:rPr lang="en-GB" sz="1400" dirty="0"/>
              <a:t>    • If error is within tolerance:</a:t>
            </a:r>
          </a:p>
          <a:p>
            <a:r>
              <a:rPr lang="en-GB" sz="1400" dirty="0"/>
              <a:t>        - Stop motor (PWM = 0, AIN1 &amp; AIN2 LOW)</a:t>
            </a:r>
          </a:p>
          <a:p>
            <a:r>
              <a:rPr lang="en-GB" sz="1400" dirty="0"/>
              <a:t>    • Else:</a:t>
            </a:r>
          </a:p>
          <a:p>
            <a:r>
              <a:rPr lang="en-GB" sz="1400" dirty="0"/>
              <a:t>        - Compute PID terms: proportional, integral, derivative</a:t>
            </a:r>
          </a:p>
          <a:p>
            <a:r>
              <a:rPr lang="en-GB" sz="1400" dirty="0"/>
              <a:t>        - Calculate output speed (PWM), constrain between </a:t>
            </a:r>
            <a:r>
              <a:rPr lang="en-GB" sz="1400" dirty="0" err="1"/>
              <a:t>minPWM</a:t>
            </a:r>
            <a:r>
              <a:rPr lang="en-GB" sz="1400" dirty="0"/>
              <a:t> and </a:t>
            </a:r>
            <a:r>
              <a:rPr lang="en-GB" sz="1400" dirty="0" err="1"/>
              <a:t>maxPWM</a:t>
            </a:r>
            <a:endParaRPr lang="en-GB" sz="1400" dirty="0"/>
          </a:p>
          <a:p>
            <a:r>
              <a:rPr lang="en-GB" sz="1400" dirty="0"/>
              <a:t>        - Set direction (CW), apply PWM to motor</a:t>
            </a:r>
          </a:p>
          <a:p>
            <a:r>
              <a:rPr lang="en-GB" sz="1400" dirty="0"/>
              <a:t>        - Update </a:t>
            </a:r>
            <a:r>
              <a:rPr lang="en-GB" sz="1400" dirty="0" err="1"/>
              <a:t>previousError</a:t>
            </a:r>
            <a:r>
              <a:rPr lang="en-GB" sz="1400" dirty="0"/>
              <a:t> and </a:t>
            </a:r>
            <a:r>
              <a:rPr lang="en-GB" sz="1400" dirty="0" err="1"/>
              <a:t>lastTime</a:t>
            </a:r>
            <a:endParaRPr lang="en-GB" sz="1400" dirty="0"/>
          </a:p>
          <a:p>
            <a:r>
              <a:rPr lang="en-GB" sz="1400" dirty="0"/>
              <a:t>    • Clear OLED</a:t>
            </a:r>
          </a:p>
          <a:p>
            <a:r>
              <a:rPr lang="en-GB" sz="1400" dirty="0"/>
              <a:t>    • Display ticks and error value</a:t>
            </a:r>
          </a:p>
          <a:p>
            <a:r>
              <a:rPr lang="en-GB" sz="1400" dirty="0"/>
              <a:t>    • Wait 100 </a:t>
            </a:r>
            <a:r>
              <a:rPr lang="en-GB" sz="1400" dirty="0" err="1"/>
              <a:t>ms</a:t>
            </a:r>
            <a:endParaRPr lang="en-GB" sz="1400" dirty="0"/>
          </a:p>
          <a:p>
            <a:endParaRPr lang="en-GB" sz="1400" dirty="0"/>
          </a:p>
          <a:p>
            <a:r>
              <a:rPr lang="en-GB" sz="1400" dirty="0" err="1"/>
              <a:t>readEncoder</a:t>
            </a:r>
            <a:r>
              <a:rPr lang="en-GB" sz="1400" dirty="0"/>
              <a:t>()</a:t>
            </a:r>
          </a:p>
          <a:p>
            <a:r>
              <a:rPr lang="en-GB" sz="1400" dirty="0"/>
              <a:t>    • Increment </a:t>
            </a:r>
            <a:r>
              <a:rPr lang="en-GB" sz="1400" dirty="0" err="1"/>
              <a:t>encoderTicks</a:t>
            </a:r>
            <a:r>
              <a:rPr lang="en-GB" sz="1400" dirty="0"/>
              <a:t> every time ENCA rises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7E16C5-413E-7761-DA9B-57795246285B}"/>
              </a:ext>
            </a:extLst>
          </p:cNvPr>
          <p:cNvSpPr txBox="1"/>
          <p:nvPr/>
        </p:nvSpPr>
        <p:spPr>
          <a:xfrm>
            <a:off x="6096000" y="6220823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https://github.com/info-zas/zas-robotics-motion/blob/main/04_BasicFunctionalTests/00_BasicTests/07_EncoderMotor_Target_Ticks_PID_Controller.ino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0106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73D77-7429-86D0-6DBE-B88578D6F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C09F5E-B324-88AD-394F-31D9BDFD19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70132"/>
            <a:ext cx="1078596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Previously: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explored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Kit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first kit in the ZAS Robotics Foundational Series.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Present Session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covered the second kit in the series —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Motion Kit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focusing on how robots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move and navigate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Topics Covered / Demoed: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DC Motors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TB6612 motor driver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Stepper Motors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ULN2003 driver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Working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Encoder Motors with PID Control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Session: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will explore the final kit in the ZAS Robotics Foundational Series —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 Kit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4099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96FDE-3BDF-5EFB-A477-E778187C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DC Motor - Direction Control - with TB6612 Motor Driver</a:t>
            </a:r>
            <a:br>
              <a:rPr lang="en-GB" b="1" dirty="0"/>
            </a:br>
            <a:endParaRPr lang="en-GB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F65936-79A2-AA99-DA8A-98FFA816CD27}"/>
              </a:ext>
            </a:extLst>
          </p:cNvPr>
          <p:cNvSpPr txBox="1"/>
          <p:nvPr/>
        </p:nvSpPr>
        <p:spPr>
          <a:xfrm>
            <a:off x="585214" y="1463956"/>
            <a:ext cx="8116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DC Motor Control using TB6612FNG – Understanding the Role of a Motor Driver</a:t>
            </a:r>
            <a:endParaRPr lang="en-GB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5DF6A4-1E4C-E6A6-EB6A-206543BE0D49}"/>
              </a:ext>
            </a:extLst>
          </p:cNvPr>
          <p:cNvSpPr txBox="1"/>
          <p:nvPr/>
        </p:nvSpPr>
        <p:spPr>
          <a:xfrm>
            <a:off x="585214" y="1742317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a Microcontroller Alone Can’t Drive a Motor?</a:t>
            </a:r>
            <a:endParaRPr lang="en-GB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F1D986-01C3-292C-249D-2C86B8118750}"/>
              </a:ext>
            </a:extLst>
          </p:cNvPr>
          <p:cNvSpPr txBox="1"/>
          <p:nvPr/>
        </p:nvSpPr>
        <p:spPr>
          <a:xfrm>
            <a:off x="585214" y="2136338"/>
            <a:ext cx="479185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Microcontrollers (like Arduino)</a:t>
            </a:r>
            <a:r>
              <a:rPr lang="en-US" dirty="0"/>
              <a:t> can only source or sink limited current (≈20–40 mA per I/O pin).</a:t>
            </a:r>
          </a:p>
          <a:p>
            <a:pPr>
              <a:buNone/>
            </a:pPr>
            <a:r>
              <a:rPr lang="en-US" b="1" dirty="0"/>
              <a:t>DC motors</a:t>
            </a:r>
            <a:r>
              <a:rPr lang="en-US" dirty="0"/>
              <a:t>, however, require significantly higher current (hundreds of mA to several Amps) and often operate at voltages different from logic levels (3.3V / 5V).</a:t>
            </a:r>
          </a:p>
          <a:p>
            <a:pPr>
              <a:buNone/>
            </a:pPr>
            <a:r>
              <a:rPr lang="en-US" dirty="0"/>
              <a:t>Connecting a motor directly to the microcontroller would result in </a:t>
            </a:r>
            <a:r>
              <a:rPr lang="en-US" b="1" dirty="0"/>
              <a:t>voltage drops, pin damage, or MCU failure</a:t>
            </a:r>
            <a:r>
              <a:rPr lang="en-US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5807B3-0018-008A-E071-53E5D02FD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388" y="2305878"/>
            <a:ext cx="6369511" cy="296096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2DB2ECF-9015-A729-489A-876BD6A6EAF8}"/>
              </a:ext>
            </a:extLst>
          </p:cNvPr>
          <p:cNvSpPr txBox="1"/>
          <p:nvPr/>
        </p:nvSpPr>
        <p:spPr>
          <a:xfrm>
            <a:off x="585214" y="4721661"/>
            <a:ext cx="60976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Solution — Motor Driver (TB6612FNG):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Acts as a </a:t>
            </a:r>
            <a:r>
              <a:rPr lang="en-US" b="1" dirty="0"/>
              <a:t>power interface</a:t>
            </a:r>
            <a:r>
              <a:rPr lang="en-US" dirty="0"/>
              <a:t> between the low-power control circuit and high-power actuator.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H-Bridge configuration</a:t>
            </a:r>
            <a:r>
              <a:rPr lang="en-US" dirty="0"/>
              <a:t> to allow </a:t>
            </a:r>
            <a:r>
              <a:rPr lang="en-US" b="1" dirty="0"/>
              <a:t>bidirectional control (CW / CCW)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PWM-based speed control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current amplification</a:t>
            </a:r>
            <a:r>
              <a:rPr lang="en-US" dirty="0"/>
              <a:t> and </a:t>
            </a:r>
            <a:r>
              <a:rPr lang="en-US" b="1" dirty="0"/>
              <a:t>electrical isolation</a:t>
            </a:r>
            <a:r>
              <a:rPr lang="en-US" dirty="0"/>
              <a:t> between logic and load.</a:t>
            </a:r>
          </a:p>
        </p:txBody>
      </p:sp>
    </p:spTree>
    <p:extLst>
      <p:ext uri="{BB962C8B-B14F-4D97-AF65-F5344CB8AC3E}">
        <p14:creationId xmlns:p14="http://schemas.microsoft.com/office/powerpoint/2010/main" val="2339861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4982</TotalTime>
  <Words>1631</Words>
  <Application>Microsoft Office PowerPoint</Application>
  <PresentationFormat>Widescreen</PresentationFormat>
  <Paragraphs>231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Calibri Light</vt:lpstr>
      <vt:lpstr>TT Norms Pro</vt:lpstr>
      <vt:lpstr>Office Theme</vt:lpstr>
      <vt:lpstr>1_Office Theme</vt:lpstr>
      <vt:lpstr>ZAS Robotics (Motion Kit) Training</vt:lpstr>
      <vt:lpstr>Kit 2 (Motion Kit) Objectives</vt:lpstr>
      <vt:lpstr>Motion Kit (Contents)</vt:lpstr>
      <vt:lpstr>Kit 2 Motion Creative Board</vt:lpstr>
      <vt:lpstr>Kit 2 Motion Creative Board - Features</vt:lpstr>
      <vt:lpstr>Health &amp; Safety Precautions</vt:lpstr>
      <vt:lpstr>DC Motor - Direction Control - with TB6612 Motor Driver</vt:lpstr>
      <vt:lpstr>DC Motor - Direction Control - with TB6612 Motor Driver</vt:lpstr>
      <vt:lpstr>DC Motor - Direction Control - with TB6612 Motor Driver</vt:lpstr>
      <vt:lpstr>DC Motor - Direction Control - with TB6612 Motor Driver</vt:lpstr>
      <vt:lpstr>DC Motor - Direction Control - with TB6612 Motor Driver</vt:lpstr>
      <vt:lpstr>DC Motor - Speed Control - with TB6612 Motor Driver </vt:lpstr>
      <vt:lpstr>Stepper Motor- Control - with ULN2003</vt:lpstr>
      <vt:lpstr>Stepper Motor- Control - with ULN2003</vt:lpstr>
      <vt:lpstr>Stepper Motor- Control - with ULN2003</vt:lpstr>
      <vt:lpstr>Stepper Motor- Control - with ULN2003</vt:lpstr>
      <vt:lpstr>Encoder Motor – Target Ticks – Manual Control</vt:lpstr>
      <vt:lpstr>Encoder Motor – Target Ticks – PID Controller</vt:lpstr>
      <vt:lpstr>Summary</vt:lpstr>
      <vt:lpstr>DC Motor - Direction Control - with TB6612 Motor Driver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64</cp:revision>
  <dcterms:created xsi:type="dcterms:W3CDTF">2025-11-13T13:02:47Z</dcterms:created>
  <dcterms:modified xsi:type="dcterms:W3CDTF">2025-11-20T12:55:39Z</dcterms:modified>
</cp:coreProperties>
</file>